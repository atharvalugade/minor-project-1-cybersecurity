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04E081-A28E-45B0-827E-1C383D99C7E2}"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BE7C0B3A-12C9-4CF0-AEB1-C142A463BFA6}">
      <dgm:prSet/>
      <dgm:spPr/>
      <dgm:t>
        <a:bodyPr/>
        <a:lstStyle/>
        <a:p>
          <a:r>
            <a:rPr lang="en-US" b="1"/>
            <a:t>1. Identify Assets</a:t>
          </a:r>
          <a:endParaRPr lang="en-US"/>
        </a:p>
      </dgm:t>
    </dgm:pt>
    <dgm:pt modelId="{9B1D823D-E5C5-4E2B-A6D0-89A51260A6E7}" type="parTrans" cxnId="{18873988-EBCD-41E1-9017-DE2145867C1C}">
      <dgm:prSet/>
      <dgm:spPr/>
      <dgm:t>
        <a:bodyPr/>
        <a:lstStyle/>
        <a:p>
          <a:endParaRPr lang="en-US"/>
        </a:p>
      </dgm:t>
    </dgm:pt>
    <dgm:pt modelId="{66BF9D3B-941E-4A53-96CE-634CC44F2AF6}" type="sibTrans" cxnId="{18873988-EBCD-41E1-9017-DE2145867C1C}">
      <dgm:prSet/>
      <dgm:spPr/>
      <dgm:t>
        <a:bodyPr/>
        <a:lstStyle/>
        <a:p>
          <a:endParaRPr lang="en-US"/>
        </a:p>
      </dgm:t>
    </dgm:pt>
    <dgm:pt modelId="{779281F1-C75B-4C3A-8361-5262777A4019}">
      <dgm:prSet/>
      <dgm:spPr/>
      <dgm:t>
        <a:bodyPr/>
        <a:lstStyle/>
        <a:p>
          <a:r>
            <a:rPr lang="en-US"/>
            <a:t>List assets (data, systems)</a:t>
          </a:r>
        </a:p>
      </dgm:t>
    </dgm:pt>
    <dgm:pt modelId="{8C2895A1-1D4F-48B8-951D-FE1189B2DC11}" type="parTrans" cxnId="{716712CB-7FEB-47D4-8AEC-04099EAB4C7A}">
      <dgm:prSet/>
      <dgm:spPr/>
      <dgm:t>
        <a:bodyPr/>
        <a:lstStyle/>
        <a:p>
          <a:endParaRPr lang="en-US"/>
        </a:p>
      </dgm:t>
    </dgm:pt>
    <dgm:pt modelId="{C6122FED-C930-4262-9A91-D88803CA220E}" type="sibTrans" cxnId="{716712CB-7FEB-47D4-8AEC-04099EAB4C7A}">
      <dgm:prSet/>
      <dgm:spPr/>
      <dgm:t>
        <a:bodyPr/>
        <a:lstStyle/>
        <a:p>
          <a:endParaRPr lang="en-US"/>
        </a:p>
      </dgm:t>
    </dgm:pt>
    <dgm:pt modelId="{EC87F458-0CCE-4018-A153-54DBF6EC5731}">
      <dgm:prSet/>
      <dgm:spPr/>
      <dgm:t>
        <a:bodyPr/>
        <a:lstStyle/>
        <a:p>
          <a:r>
            <a:rPr lang="en-US"/>
            <a:t>Classify: Public → Critical</a:t>
          </a:r>
        </a:p>
      </dgm:t>
    </dgm:pt>
    <dgm:pt modelId="{D76A85B2-FA1A-45C2-A096-14258594AE75}" type="parTrans" cxnId="{202AB46A-27EC-4D17-B514-E9442DBD1C2C}">
      <dgm:prSet/>
      <dgm:spPr/>
      <dgm:t>
        <a:bodyPr/>
        <a:lstStyle/>
        <a:p>
          <a:endParaRPr lang="en-US"/>
        </a:p>
      </dgm:t>
    </dgm:pt>
    <dgm:pt modelId="{5D42798B-54DF-409F-A3FC-E29A510B48C8}" type="sibTrans" cxnId="{202AB46A-27EC-4D17-B514-E9442DBD1C2C}">
      <dgm:prSet/>
      <dgm:spPr/>
      <dgm:t>
        <a:bodyPr/>
        <a:lstStyle/>
        <a:p>
          <a:endParaRPr lang="en-US"/>
        </a:p>
      </dgm:t>
    </dgm:pt>
    <dgm:pt modelId="{2863CBE7-E272-4CF7-9526-3BD9AD650CE7}">
      <dgm:prSet/>
      <dgm:spPr/>
      <dgm:t>
        <a:bodyPr/>
        <a:lstStyle/>
        <a:p>
          <a:r>
            <a:rPr lang="en-US" b="1"/>
            <a:t>2. Assess Threats</a:t>
          </a:r>
          <a:endParaRPr lang="en-US"/>
        </a:p>
      </dgm:t>
    </dgm:pt>
    <dgm:pt modelId="{6C3C692B-4C6C-4A04-9015-8465861F3E8D}" type="parTrans" cxnId="{28A94D2A-50F2-4485-9604-97E397640A66}">
      <dgm:prSet/>
      <dgm:spPr/>
      <dgm:t>
        <a:bodyPr/>
        <a:lstStyle/>
        <a:p>
          <a:endParaRPr lang="en-US"/>
        </a:p>
      </dgm:t>
    </dgm:pt>
    <dgm:pt modelId="{E5231BED-A812-4C0B-B663-59E06BF97F48}" type="sibTrans" cxnId="{28A94D2A-50F2-4485-9604-97E397640A66}">
      <dgm:prSet/>
      <dgm:spPr/>
      <dgm:t>
        <a:bodyPr/>
        <a:lstStyle/>
        <a:p>
          <a:endParaRPr lang="en-US"/>
        </a:p>
      </dgm:t>
    </dgm:pt>
    <dgm:pt modelId="{35DAFFE7-72B8-4D8A-8367-4A5825582939}">
      <dgm:prSet/>
      <dgm:spPr/>
      <dgm:t>
        <a:bodyPr/>
        <a:lstStyle/>
        <a:p>
          <a:r>
            <a:rPr lang="en-US"/>
            <a:t>Types: Natural, Technical, Human</a:t>
          </a:r>
        </a:p>
      </dgm:t>
    </dgm:pt>
    <dgm:pt modelId="{FB3B66A0-5F67-49EA-AA52-AD3F9F3E4284}" type="parTrans" cxnId="{9FF43603-8B53-4232-9FCE-097DDCF32B0D}">
      <dgm:prSet/>
      <dgm:spPr/>
      <dgm:t>
        <a:bodyPr/>
        <a:lstStyle/>
        <a:p>
          <a:endParaRPr lang="en-US"/>
        </a:p>
      </dgm:t>
    </dgm:pt>
    <dgm:pt modelId="{9BCDEE45-0B31-4EBD-9F99-1D61DB3CED17}" type="sibTrans" cxnId="{9FF43603-8B53-4232-9FCE-097DDCF32B0D}">
      <dgm:prSet/>
      <dgm:spPr/>
      <dgm:t>
        <a:bodyPr/>
        <a:lstStyle/>
        <a:p>
          <a:endParaRPr lang="en-US"/>
        </a:p>
      </dgm:t>
    </dgm:pt>
    <dgm:pt modelId="{E9D68664-F421-4074-819B-A4BD9DA8EE97}">
      <dgm:prSet/>
      <dgm:spPr/>
      <dgm:t>
        <a:bodyPr/>
        <a:lstStyle/>
        <a:p>
          <a:r>
            <a:rPr lang="en-US"/>
            <a:t>Map threats to assets</a:t>
          </a:r>
        </a:p>
      </dgm:t>
    </dgm:pt>
    <dgm:pt modelId="{F75BF304-3E0D-4A27-9BD1-3C4EBB67D02C}" type="parTrans" cxnId="{3266536D-A4C4-4CE0-8629-DAF84EEAE3AE}">
      <dgm:prSet/>
      <dgm:spPr/>
      <dgm:t>
        <a:bodyPr/>
        <a:lstStyle/>
        <a:p>
          <a:endParaRPr lang="en-US"/>
        </a:p>
      </dgm:t>
    </dgm:pt>
    <dgm:pt modelId="{A7AB09D9-C35F-4218-9939-7E540AD2F21A}" type="sibTrans" cxnId="{3266536D-A4C4-4CE0-8629-DAF84EEAE3AE}">
      <dgm:prSet/>
      <dgm:spPr/>
      <dgm:t>
        <a:bodyPr/>
        <a:lstStyle/>
        <a:p>
          <a:endParaRPr lang="en-US"/>
        </a:p>
      </dgm:t>
    </dgm:pt>
    <dgm:pt modelId="{285A6572-89E7-443A-BA07-1BF7684B8B6E}">
      <dgm:prSet/>
      <dgm:spPr/>
      <dgm:t>
        <a:bodyPr/>
        <a:lstStyle/>
        <a:p>
          <a:r>
            <a:rPr lang="en-US" b="1"/>
            <a:t>3. Find Vulnerabilities</a:t>
          </a:r>
          <a:endParaRPr lang="en-US"/>
        </a:p>
      </dgm:t>
    </dgm:pt>
    <dgm:pt modelId="{2160B849-44B0-4D00-930A-50080B64AD3B}" type="parTrans" cxnId="{75DBA463-6261-4A26-92DC-55A73AA38A2A}">
      <dgm:prSet/>
      <dgm:spPr/>
      <dgm:t>
        <a:bodyPr/>
        <a:lstStyle/>
        <a:p>
          <a:endParaRPr lang="en-US"/>
        </a:p>
      </dgm:t>
    </dgm:pt>
    <dgm:pt modelId="{9333BB8C-6FA9-4A24-8890-DA23A1BFFDE9}" type="sibTrans" cxnId="{75DBA463-6261-4A26-92DC-55A73AA38A2A}">
      <dgm:prSet/>
      <dgm:spPr/>
      <dgm:t>
        <a:bodyPr/>
        <a:lstStyle/>
        <a:p>
          <a:endParaRPr lang="en-US"/>
        </a:p>
      </dgm:t>
    </dgm:pt>
    <dgm:pt modelId="{1BC7A136-56B3-4587-AE2D-EF7029D1D8DD}">
      <dgm:prSet/>
      <dgm:spPr/>
      <dgm:t>
        <a:bodyPr/>
        <a:lstStyle/>
        <a:p>
          <a:r>
            <a:rPr lang="en-US"/>
            <a:t>Weaknesses in systems/users</a:t>
          </a:r>
        </a:p>
      </dgm:t>
    </dgm:pt>
    <dgm:pt modelId="{F823DB6F-A438-49E6-975C-F914B9FF66B2}" type="parTrans" cxnId="{D5BE940B-D7ED-4315-BED2-8482554380D1}">
      <dgm:prSet/>
      <dgm:spPr/>
      <dgm:t>
        <a:bodyPr/>
        <a:lstStyle/>
        <a:p>
          <a:endParaRPr lang="en-US"/>
        </a:p>
      </dgm:t>
    </dgm:pt>
    <dgm:pt modelId="{5807F5A4-648D-42B2-A5B5-23BF4933B756}" type="sibTrans" cxnId="{D5BE940B-D7ED-4315-BED2-8482554380D1}">
      <dgm:prSet/>
      <dgm:spPr/>
      <dgm:t>
        <a:bodyPr/>
        <a:lstStyle/>
        <a:p>
          <a:endParaRPr lang="en-US"/>
        </a:p>
      </dgm:t>
    </dgm:pt>
    <dgm:pt modelId="{D71334AD-C8DF-45BF-BE78-D258B0AAA400}">
      <dgm:prSet/>
      <dgm:spPr/>
      <dgm:t>
        <a:bodyPr/>
        <a:lstStyle/>
        <a:p>
          <a:r>
            <a:rPr lang="en-US"/>
            <a:t>Example: Outdated software</a:t>
          </a:r>
        </a:p>
      </dgm:t>
    </dgm:pt>
    <dgm:pt modelId="{D55284F9-06A2-4B52-BBCC-E568FF2363CC}" type="parTrans" cxnId="{209948D4-C347-4547-A291-C043980FF0E4}">
      <dgm:prSet/>
      <dgm:spPr/>
      <dgm:t>
        <a:bodyPr/>
        <a:lstStyle/>
        <a:p>
          <a:endParaRPr lang="en-US"/>
        </a:p>
      </dgm:t>
    </dgm:pt>
    <dgm:pt modelId="{788C1761-6648-4D8F-B3EC-59AD97955E1C}" type="sibTrans" cxnId="{209948D4-C347-4547-A291-C043980FF0E4}">
      <dgm:prSet/>
      <dgm:spPr/>
      <dgm:t>
        <a:bodyPr/>
        <a:lstStyle/>
        <a:p>
          <a:endParaRPr lang="en-US"/>
        </a:p>
      </dgm:t>
    </dgm:pt>
    <dgm:pt modelId="{6ECB8147-E436-4D12-BC47-570D6DFF0726}">
      <dgm:prSet/>
      <dgm:spPr/>
      <dgm:t>
        <a:bodyPr/>
        <a:lstStyle/>
        <a:p>
          <a:r>
            <a:rPr lang="en-US" b="1"/>
            <a:t>4. Calculate Risk</a:t>
          </a:r>
          <a:endParaRPr lang="en-US"/>
        </a:p>
      </dgm:t>
    </dgm:pt>
    <dgm:pt modelId="{E594AD99-539F-4BC1-B548-34D8084AE551}" type="parTrans" cxnId="{0F63E1E3-520B-46EE-8C6E-165A1B310254}">
      <dgm:prSet/>
      <dgm:spPr/>
      <dgm:t>
        <a:bodyPr/>
        <a:lstStyle/>
        <a:p>
          <a:endParaRPr lang="en-US"/>
        </a:p>
      </dgm:t>
    </dgm:pt>
    <dgm:pt modelId="{FFCDF62F-3410-42BB-862E-FADBEFF98B72}" type="sibTrans" cxnId="{0F63E1E3-520B-46EE-8C6E-165A1B310254}">
      <dgm:prSet/>
      <dgm:spPr/>
      <dgm:t>
        <a:bodyPr/>
        <a:lstStyle/>
        <a:p>
          <a:endParaRPr lang="en-US"/>
        </a:p>
      </dgm:t>
    </dgm:pt>
    <dgm:pt modelId="{19A4A85C-1DC9-4154-B6B2-B53E0785AAF9}">
      <dgm:prSet/>
      <dgm:spPr/>
      <dgm:t>
        <a:bodyPr/>
        <a:lstStyle/>
        <a:p>
          <a:r>
            <a:rPr lang="en-US"/>
            <a:t>Risk = Likelihood × Impact</a:t>
          </a:r>
        </a:p>
      </dgm:t>
    </dgm:pt>
    <dgm:pt modelId="{6F8971CE-1CA9-4F5B-8EEE-E8944B316A7A}" type="parTrans" cxnId="{6C21E483-0A1B-436D-AF7A-A2EDF73801ED}">
      <dgm:prSet/>
      <dgm:spPr/>
      <dgm:t>
        <a:bodyPr/>
        <a:lstStyle/>
        <a:p>
          <a:endParaRPr lang="en-US"/>
        </a:p>
      </dgm:t>
    </dgm:pt>
    <dgm:pt modelId="{75E722FD-A5EF-485D-9970-91A79BEB3459}" type="sibTrans" cxnId="{6C21E483-0A1B-436D-AF7A-A2EDF73801ED}">
      <dgm:prSet/>
      <dgm:spPr/>
      <dgm:t>
        <a:bodyPr/>
        <a:lstStyle/>
        <a:p>
          <a:endParaRPr lang="en-US"/>
        </a:p>
      </dgm:t>
    </dgm:pt>
    <dgm:pt modelId="{F6EB1DE1-4C28-4FA9-B80B-3B817D31C58C}">
      <dgm:prSet/>
      <dgm:spPr/>
      <dgm:t>
        <a:bodyPr/>
        <a:lstStyle/>
        <a:p>
          <a:r>
            <a:rPr lang="en-US" dirty="0"/>
            <a:t>Levels: Low → Critical</a:t>
          </a:r>
        </a:p>
      </dgm:t>
    </dgm:pt>
    <dgm:pt modelId="{0954043C-0C9E-4D78-9949-05188F53890D}" type="parTrans" cxnId="{7A8AE971-E25A-4802-970A-111C6C02C197}">
      <dgm:prSet/>
      <dgm:spPr/>
      <dgm:t>
        <a:bodyPr/>
        <a:lstStyle/>
        <a:p>
          <a:endParaRPr lang="en-US"/>
        </a:p>
      </dgm:t>
    </dgm:pt>
    <dgm:pt modelId="{F2680914-5D99-4224-90B5-ACC2689C744E}" type="sibTrans" cxnId="{7A8AE971-E25A-4802-970A-111C6C02C197}">
      <dgm:prSet/>
      <dgm:spPr/>
      <dgm:t>
        <a:bodyPr/>
        <a:lstStyle/>
        <a:p>
          <a:endParaRPr lang="en-US"/>
        </a:p>
      </dgm:t>
    </dgm:pt>
    <dgm:pt modelId="{BEF33B54-9587-4460-B77E-BF914D67CB17}">
      <dgm:prSet/>
      <dgm:spPr/>
      <dgm:t>
        <a:bodyPr/>
        <a:lstStyle/>
        <a:p>
          <a:r>
            <a:rPr lang="en-US" b="1"/>
            <a:t>5. Rank Risks</a:t>
          </a:r>
          <a:endParaRPr lang="en-US"/>
        </a:p>
      </dgm:t>
    </dgm:pt>
    <dgm:pt modelId="{71860E61-E058-4F0C-91FE-ADE7796E6C1D}" type="parTrans" cxnId="{DC2568D4-EA93-425E-9B6F-7AFD6586EA67}">
      <dgm:prSet/>
      <dgm:spPr/>
      <dgm:t>
        <a:bodyPr/>
        <a:lstStyle/>
        <a:p>
          <a:endParaRPr lang="en-US"/>
        </a:p>
      </dgm:t>
    </dgm:pt>
    <dgm:pt modelId="{1824E6B4-B817-47E1-A492-C8488CAAA435}" type="sibTrans" cxnId="{DC2568D4-EA93-425E-9B6F-7AFD6586EA67}">
      <dgm:prSet/>
      <dgm:spPr/>
      <dgm:t>
        <a:bodyPr/>
        <a:lstStyle/>
        <a:p>
          <a:endParaRPr lang="en-US"/>
        </a:p>
      </dgm:t>
    </dgm:pt>
    <dgm:pt modelId="{14B8F858-5406-4148-83C9-46CCA6CAB4FD}">
      <dgm:prSet/>
      <dgm:spPr/>
      <dgm:t>
        <a:bodyPr/>
        <a:lstStyle/>
        <a:p>
          <a:r>
            <a:rPr lang="en-US"/>
            <a:t>Use risk matrix</a:t>
          </a:r>
        </a:p>
      </dgm:t>
    </dgm:pt>
    <dgm:pt modelId="{64E35DBC-63DE-45A1-9E93-3A040CAFEE68}" type="parTrans" cxnId="{C1A61D21-91FC-459D-BF73-69F9BA98D426}">
      <dgm:prSet/>
      <dgm:spPr/>
      <dgm:t>
        <a:bodyPr/>
        <a:lstStyle/>
        <a:p>
          <a:endParaRPr lang="en-US"/>
        </a:p>
      </dgm:t>
    </dgm:pt>
    <dgm:pt modelId="{563B6098-2568-445C-83EF-8C06BA4F3254}" type="sibTrans" cxnId="{C1A61D21-91FC-459D-BF73-69F9BA98D426}">
      <dgm:prSet/>
      <dgm:spPr/>
      <dgm:t>
        <a:bodyPr/>
        <a:lstStyle/>
        <a:p>
          <a:endParaRPr lang="en-US"/>
        </a:p>
      </dgm:t>
    </dgm:pt>
    <dgm:pt modelId="{52180A66-42E0-4347-8707-FAB9A3035A57}">
      <dgm:prSet/>
      <dgm:spPr/>
      <dgm:t>
        <a:bodyPr/>
        <a:lstStyle/>
        <a:p>
          <a:r>
            <a:rPr lang="en-US"/>
            <a:t>Prioritize high-risk issues</a:t>
          </a:r>
        </a:p>
      </dgm:t>
    </dgm:pt>
    <dgm:pt modelId="{9964BC8F-9F80-4DDA-B93F-C8330188EF2F}" type="parTrans" cxnId="{40E11398-3DC0-4197-96CA-7B601DF8DF96}">
      <dgm:prSet/>
      <dgm:spPr/>
      <dgm:t>
        <a:bodyPr/>
        <a:lstStyle/>
        <a:p>
          <a:endParaRPr lang="en-US"/>
        </a:p>
      </dgm:t>
    </dgm:pt>
    <dgm:pt modelId="{E2CC9447-2F60-479E-84D6-1BE57A7B136E}" type="sibTrans" cxnId="{40E11398-3DC0-4197-96CA-7B601DF8DF96}">
      <dgm:prSet/>
      <dgm:spPr/>
      <dgm:t>
        <a:bodyPr/>
        <a:lstStyle/>
        <a:p>
          <a:endParaRPr lang="en-US"/>
        </a:p>
      </dgm:t>
    </dgm:pt>
    <dgm:pt modelId="{1130FEC1-0724-491F-A4B5-3BF9BB5F5964}">
      <dgm:prSet/>
      <dgm:spPr/>
      <dgm:t>
        <a:bodyPr/>
        <a:lstStyle/>
        <a:p>
          <a:r>
            <a:rPr lang="en-US" b="1"/>
            <a:t>6. Mitigate Risks</a:t>
          </a:r>
          <a:endParaRPr lang="en-US"/>
        </a:p>
      </dgm:t>
    </dgm:pt>
    <dgm:pt modelId="{FFF54A98-D571-4D92-825F-CA9C19A5615C}" type="parTrans" cxnId="{47528F0D-AC5C-46F4-87B2-5196C65BE61C}">
      <dgm:prSet/>
      <dgm:spPr/>
      <dgm:t>
        <a:bodyPr/>
        <a:lstStyle/>
        <a:p>
          <a:endParaRPr lang="en-US"/>
        </a:p>
      </dgm:t>
    </dgm:pt>
    <dgm:pt modelId="{8EB651A3-2301-40B6-AEE9-751F00439140}" type="sibTrans" cxnId="{47528F0D-AC5C-46F4-87B2-5196C65BE61C}">
      <dgm:prSet/>
      <dgm:spPr/>
      <dgm:t>
        <a:bodyPr/>
        <a:lstStyle/>
        <a:p>
          <a:endParaRPr lang="en-US"/>
        </a:p>
      </dgm:t>
    </dgm:pt>
    <dgm:pt modelId="{54F83D0E-45F6-40AC-80DF-FCF848F7B883}">
      <dgm:prSet/>
      <dgm:spPr/>
      <dgm:t>
        <a:bodyPr/>
        <a:lstStyle/>
        <a:p>
          <a:r>
            <a:rPr lang="en-US"/>
            <a:t>Avoid, Reduce, Transfer, Accept</a:t>
          </a:r>
        </a:p>
      </dgm:t>
    </dgm:pt>
    <dgm:pt modelId="{95390D7E-5220-4BDB-AA3C-5CBF0C01F35F}" type="parTrans" cxnId="{0469F0B8-A5D1-42F6-B210-81F51939C10E}">
      <dgm:prSet/>
      <dgm:spPr/>
      <dgm:t>
        <a:bodyPr/>
        <a:lstStyle/>
        <a:p>
          <a:endParaRPr lang="en-US"/>
        </a:p>
      </dgm:t>
    </dgm:pt>
    <dgm:pt modelId="{375C6985-4239-4964-AD55-F8219C3D80D1}" type="sibTrans" cxnId="{0469F0B8-A5D1-42F6-B210-81F51939C10E}">
      <dgm:prSet/>
      <dgm:spPr/>
      <dgm:t>
        <a:bodyPr/>
        <a:lstStyle/>
        <a:p>
          <a:endParaRPr lang="en-US"/>
        </a:p>
      </dgm:t>
    </dgm:pt>
    <dgm:pt modelId="{76F5371D-CC48-4A2A-89C1-394B1D6C302C}">
      <dgm:prSet/>
      <dgm:spPr/>
      <dgm:t>
        <a:bodyPr/>
        <a:lstStyle/>
        <a:p>
          <a:r>
            <a:rPr lang="en-US"/>
            <a:t>Controls: Policies, firewalls, MFA</a:t>
          </a:r>
        </a:p>
      </dgm:t>
    </dgm:pt>
    <dgm:pt modelId="{AEB2606A-F1E8-45FF-9E4F-4405909926DA}" type="parTrans" cxnId="{EBD20CF7-1DDD-49D9-9F99-963123DE37A4}">
      <dgm:prSet/>
      <dgm:spPr/>
      <dgm:t>
        <a:bodyPr/>
        <a:lstStyle/>
        <a:p>
          <a:endParaRPr lang="en-US"/>
        </a:p>
      </dgm:t>
    </dgm:pt>
    <dgm:pt modelId="{91FD9F0E-6159-474F-8D79-56647BF36A1F}" type="sibTrans" cxnId="{EBD20CF7-1DDD-49D9-9F99-963123DE37A4}">
      <dgm:prSet/>
      <dgm:spPr/>
      <dgm:t>
        <a:bodyPr/>
        <a:lstStyle/>
        <a:p>
          <a:endParaRPr lang="en-US"/>
        </a:p>
      </dgm:t>
    </dgm:pt>
    <dgm:pt modelId="{002D1483-5486-407C-BC6C-B28E03F99D00}">
      <dgm:prSet/>
      <dgm:spPr/>
      <dgm:t>
        <a:bodyPr/>
        <a:lstStyle/>
        <a:p>
          <a:r>
            <a:rPr lang="en-US" b="1"/>
            <a:t>7. Monitor Risks</a:t>
          </a:r>
          <a:endParaRPr lang="en-US"/>
        </a:p>
      </dgm:t>
    </dgm:pt>
    <dgm:pt modelId="{63952295-7A7D-4DD4-9D1A-3C551FFB6CEA}" type="parTrans" cxnId="{1BB08989-95E7-4B1E-8E32-5ABE908BB3D9}">
      <dgm:prSet/>
      <dgm:spPr/>
      <dgm:t>
        <a:bodyPr/>
        <a:lstStyle/>
        <a:p>
          <a:endParaRPr lang="en-US"/>
        </a:p>
      </dgm:t>
    </dgm:pt>
    <dgm:pt modelId="{0253BBE9-5BEB-4C44-BACD-9339A2ED9662}" type="sibTrans" cxnId="{1BB08989-95E7-4B1E-8E32-5ABE908BB3D9}">
      <dgm:prSet/>
      <dgm:spPr/>
      <dgm:t>
        <a:bodyPr/>
        <a:lstStyle/>
        <a:p>
          <a:endParaRPr lang="en-US"/>
        </a:p>
      </dgm:t>
    </dgm:pt>
    <dgm:pt modelId="{D622FBB4-AB6F-41F0-B854-6DF5F7954DC6}">
      <dgm:prSet/>
      <dgm:spPr/>
      <dgm:t>
        <a:bodyPr/>
        <a:lstStyle/>
        <a:p>
          <a:r>
            <a:rPr lang="en-US"/>
            <a:t>Continuous monitoring &amp; audits</a:t>
          </a:r>
        </a:p>
      </dgm:t>
    </dgm:pt>
    <dgm:pt modelId="{D984852D-9F53-462E-B393-0C1E6E7EF366}" type="parTrans" cxnId="{5D1CA011-ABB6-4C3C-864A-6DB2FEB28564}">
      <dgm:prSet/>
      <dgm:spPr/>
      <dgm:t>
        <a:bodyPr/>
        <a:lstStyle/>
        <a:p>
          <a:endParaRPr lang="en-US"/>
        </a:p>
      </dgm:t>
    </dgm:pt>
    <dgm:pt modelId="{2F425A84-656F-4DEE-AF2C-5E8B65A29673}" type="sibTrans" cxnId="{5D1CA011-ABB6-4C3C-864A-6DB2FEB28564}">
      <dgm:prSet/>
      <dgm:spPr/>
      <dgm:t>
        <a:bodyPr/>
        <a:lstStyle/>
        <a:p>
          <a:endParaRPr lang="en-US"/>
        </a:p>
      </dgm:t>
    </dgm:pt>
    <dgm:pt modelId="{B5C8CDDC-13F4-44A9-AB46-F07D61190D1A}">
      <dgm:prSet/>
      <dgm:spPr/>
      <dgm:t>
        <a:bodyPr/>
        <a:lstStyle/>
        <a:p>
          <a:r>
            <a:rPr lang="en-US"/>
            <a:t>Detect new threats</a:t>
          </a:r>
        </a:p>
      </dgm:t>
    </dgm:pt>
    <dgm:pt modelId="{8A969366-AE1C-4FB0-B8E3-8A40E268B49C}" type="parTrans" cxnId="{C3D616F5-455E-4208-A1D2-964F8A5B22BE}">
      <dgm:prSet/>
      <dgm:spPr/>
      <dgm:t>
        <a:bodyPr/>
        <a:lstStyle/>
        <a:p>
          <a:endParaRPr lang="en-US"/>
        </a:p>
      </dgm:t>
    </dgm:pt>
    <dgm:pt modelId="{CFDE56E7-0E7C-4EC8-A655-09923B41AD2C}" type="sibTrans" cxnId="{C3D616F5-455E-4208-A1D2-964F8A5B22BE}">
      <dgm:prSet/>
      <dgm:spPr/>
      <dgm:t>
        <a:bodyPr/>
        <a:lstStyle/>
        <a:p>
          <a:endParaRPr lang="en-US"/>
        </a:p>
      </dgm:t>
    </dgm:pt>
    <dgm:pt modelId="{97FCF6D8-F4CE-4260-BBBA-6FD2471413AA}" type="pres">
      <dgm:prSet presAssocID="{FC04E081-A28E-45B0-827E-1C383D99C7E2}" presName="Name0" presStyleCnt="0">
        <dgm:presLayoutVars>
          <dgm:dir/>
          <dgm:resizeHandles val="exact"/>
        </dgm:presLayoutVars>
      </dgm:prSet>
      <dgm:spPr/>
    </dgm:pt>
    <dgm:pt modelId="{9BBF7176-129C-427E-B9A5-6CE1D551E637}" type="pres">
      <dgm:prSet presAssocID="{BE7C0B3A-12C9-4CF0-AEB1-C142A463BFA6}" presName="node" presStyleLbl="node1" presStyleIdx="0" presStyleCnt="21">
        <dgm:presLayoutVars>
          <dgm:bulletEnabled val="1"/>
        </dgm:presLayoutVars>
      </dgm:prSet>
      <dgm:spPr/>
    </dgm:pt>
    <dgm:pt modelId="{E6732E87-D1F2-478A-9CB7-F3697237411C}" type="pres">
      <dgm:prSet presAssocID="{66BF9D3B-941E-4A53-96CE-634CC44F2AF6}" presName="sibTrans" presStyleLbl="sibTrans1D1" presStyleIdx="0" presStyleCnt="20"/>
      <dgm:spPr/>
    </dgm:pt>
    <dgm:pt modelId="{824B2DEB-5A02-4147-9C6B-7F75DD0C2EC3}" type="pres">
      <dgm:prSet presAssocID="{66BF9D3B-941E-4A53-96CE-634CC44F2AF6}" presName="connectorText" presStyleLbl="sibTrans1D1" presStyleIdx="0" presStyleCnt="20"/>
      <dgm:spPr/>
    </dgm:pt>
    <dgm:pt modelId="{25264D24-F8B5-4BDF-B1D6-8E527D060D56}" type="pres">
      <dgm:prSet presAssocID="{779281F1-C75B-4C3A-8361-5262777A4019}" presName="node" presStyleLbl="node1" presStyleIdx="1" presStyleCnt="21">
        <dgm:presLayoutVars>
          <dgm:bulletEnabled val="1"/>
        </dgm:presLayoutVars>
      </dgm:prSet>
      <dgm:spPr/>
    </dgm:pt>
    <dgm:pt modelId="{EC0374E4-74BB-4CC9-A53C-3E34251F0143}" type="pres">
      <dgm:prSet presAssocID="{C6122FED-C930-4262-9A91-D88803CA220E}" presName="sibTrans" presStyleLbl="sibTrans1D1" presStyleIdx="1" presStyleCnt="20"/>
      <dgm:spPr/>
    </dgm:pt>
    <dgm:pt modelId="{E1C412F1-1648-4CED-ACF5-244FE7FF630E}" type="pres">
      <dgm:prSet presAssocID="{C6122FED-C930-4262-9A91-D88803CA220E}" presName="connectorText" presStyleLbl="sibTrans1D1" presStyleIdx="1" presStyleCnt="20"/>
      <dgm:spPr/>
    </dgm:pt>
    <dgm:pt modelId="{DBFC3346-C94B-4746-82F4-7A5BBA6EDC85}" type="pres">
      <dgm:prSet presAssocID="{EC87F458-0CCE-4018-A153-54DBF6EC5731}" presName="node" presStyleLbl="node1" presStyleIdx="2" presStyleCnt="21">
        <dgm:presLayoutVars>
          <dgm:bulletEnabled val="1"/>
        </dgm:presLayoutVars>
      </dgm:prSet>
      <dgm:spPr/>
    </dgm:pt>
    <dgm:pt modelId="{3C1F1284-E574-4A4C-A913-C697DB3F6462}" type="pres">
      <dgm:prSet presAssocID="{5D42798B-54DF-409F-A3FC-E29A510B48C8}" presName="sibTrans" presStyleLbl="sibTrans1D1" presStyleIdx="2" presStyleCnt="20"/>
      <dgm:spPr/>
    </dgm:pt>
    <dgm:pt modelId="{D68662AB-3FFB-4F36-BB34-1BE9E70D7BF1}" type="pres">
      <dgm:prSet presAssocID="{5D42798B-54DF-409F-A3FC-E29A510B48C8}" presName="connectorText" presStyleLbl="sibTrans1D1" presStyleIdx="2" presStyleCnt="20"/>
      <dgm:spPr/>
    </dgm:pt>
    <dgm:pt modelId="{940C30D4-A7A1-4E30-9DDE-BB214598669B}" type="pres">
      <dgm:prSet presAssocID="{2863CBE7-E272-4CF7-9526-3BD9AD650CE7}" presName="node" presStyleLbl="node1" presStyleIdx="3" presStyleCnt="21">
        <dgm:presLayoutVars>
          <dgm:bulletEnabled val="1"/>
        </dgm:presLayoutVars>
      </dgm:prSet>
      <dgm:spPr/>
    </dgm:pt>
    <dgm:pt modelId="{96C492BE-ADCB-48C3-BC4F-4FBCEC07AF07}" type="pres">
      <dgm:prSet presAssocID="{E5231BED-A812-4C0B-B663-59E06BF97F48}" presName="sibTrans" presStyleLbl="sibTrans1D1" presStyleIdx="3" presStyleCnt="20"/>
      <dgm:spPr/>
    </dgm:pt>
    <dgm:pt modelId="{8F7DF05D-AF92-48B5-AEE1-EF5AD2B02090}" type="pres">
      <dgm:prSet presAssocID="{E5231BED-A812-4C0B-B663-59E06BF97F48}" presName="connectorText" presStyleLbl="sibTrans1D1" presStyleIdx="3" presStyleCnt="20"/>
      <dgm:spPr/>
    </dgm:pt>
    <dgm:pt modelId="{19EDCF55-9545-4543-896A-79BB7609C250}" type="pres">
      <dgm:prSet presAssocID="{35DAFFE7-72B8-4D8A-8367-4A5825582939}" presName="node" presStyleLbl="node1" presStyleIdx="4" presStyleCnt="21">
        <dgm:presLayoutVars>
          <dgm:bulletEnabled val="1"/>
        </dgm:presLayoutVars>
      </dgm:prSet>
      <dgm:spPr/>
    </dgm:pt>
    <dgm:pt modelId="{5FC1C0A9-D882-4519-AFEF-ADE910C48FC4}" type="pres">
      <dgm:prSet presAssocID="{9BCDEE45-0B31-4EBD-9F99-1D61DB3CED17}" presName="sibTrans" presStyleLbl="sibTrans1D1" presStyleIdx="4" presStyleCnt="20"/>
      <dgm:spPr/>
    </dgm:pt>
    <dgm:pt modelId="{E505F49E-405B-48B3-99DF-66FFD9034203}" type="pres">
      <dgm:prSet presAssocID="{9BCDEE45-0B31-4EBD-9F99-1D61DB3CED17}" presName="connectorText" presStyleLbl="sibTrans1D1" presStyleIdx="4" presStyleCnt="20"/>
      <dgm:spPr/>
    </dgm:pt>
    <dgm:pt modelId="{D8CAA41F-0EF4-4817-90E4-4ED1AEFB6812}" type="pres">
      <dgm:prSet presAssocID="{E9D68664-F421-4074-819B-A4BD9DA8EE97}" presName="node" presStyleLbl="node1" presStyleIdx="5" presStyleCnt="21">
        <dgm:presLayoutVars>
          <dgm:bulletEnabled val="1"/>
        </dgm:presLayoutVars>
      </dgm:prSet>
      <dgm:spPr/>
    </dgm:pt>
    <dgm:pt modelId="{2F94192A-B1BF-4C69-B1AA-3227A97A6E5B}" type="pres">
      <dgm:prSet presAssocID="{A7AB09D9-C35F-4218-9939-7E540AD2F21A}" presName="sibTrans" presStyleLbl="sibTrans1D1" presStyleIdx="5" presStyleCnt="20"/>
      <dgm:spPr/>
    </dgm:pt>
    <dgm:pt modelId="{2DD4E566-445E-4814-B220-8B2D3FB195B4}" type="pres">
      <dgm:prSet presAssocID="{A7AB09D9-C35F-4218-9939-7E540AD2F21A}" presName="connectorText" presStyleLbl="sibTrans1D1" presStyleIdx="5" presStyleCnt="20"/>
      <dgm:spPr/>
    </dgm:pt>
    <dgm:pt modelId="{9DC6FB2A-1ED4-45EC-A5B5-CC504F7DB564}" type="pres">
      <dgm:prSet presAssocID="{285A6572-89E7-443A-BA07-1BF7684B8B6E}" presName="node" presStyleLbl="node1" presStyleIdx="6" presStyleCnt="21">
        <dgm:presLayoutVars>
          <dgm:bulletEnabled val="1"/>
        </dgm:presLayoutVars>
      </dgm:prSet>
      <dgm:spPr/>
    </dgm:pt>
    <dgm:pt modelId="{2CE0A8BB-D710-40A6-99B4-BBF3571FA1C2}" type="pres">
      <dgm:prSet presAssocID="{9333BB8C-6FA9-4A24-8890-DA23A1BFFDE9}" presName="sibTrans" presStyleLbl="sibTrans1D1" presStyleIdx="6" presStyleCnt="20"/>
      <dgm:spPr/>
    </dgm:pt>
    <dgm:pt modelId="{3C8071F1-5F52-4059-B55A-9A0AA3353AB3}" type="pres">
      <dgm:prSet presAssocID="{9333BB8C-6FA9-4A24-8890-DA23A1BFFDE9}" presName="connectorText" presStyleLbl="sibTrans1D1" presStyleIdx="6" presStyleCnt="20"/>
      <dgm:spPr/>
    </dgm:pt>
    <dgm:pt modelId="{56D29B32-D39C-4944-86EC-0470E76F9E49}" type="pres">
      <dgm:prSet presAssocID="{1BC7A136-56B3-4587-AE2D-EF7029D1D8DD}" presName="node" presStyleLbl="node1" presStyleIdx="7" presStyleCnt="21">
        <dgm:presLayoutVars>
          <dgm:bulletEnabled val="1"/>
        </dgm:presLayoutVars>
      </dgm:prSet>
      <dgm:spPr/>
    </dgm:pt>
    <dgm:pt modelId="{A14896E7-5E04-405E-B8C2-F9151997ABBD}" type="pres">
      <dgm:prSet presAssocID="{5807F5A4-648D-42B2-A5B5-23BF4933B756}" presName="sibTrans" presStyleLbl="sibTrans1D1" presStyleIdx="7" presStyleCnt="20"/>
      <dgm:spPr/>
    </dgm:pt>
    <dgm:pt modelId="{F54B8C0B-66F1-4DE8-9FDF-F99F94482FA4}" type="pres">
      <dgm:prSet presAssocID="{5807F5A4-648D-42B2-A5B5-23BF4933B756}" presName="connectorText" presStyleLbl="sibTrans1D1" presStyleIdx="7" presStyleCnt="20"/>
      <dgm:spPr/>
    </dgm:pt>
    <dgm:pt modelId="{1AEE4742-158D-4238-A296-2E5153B108EF}" type="pres">
      <dgm:prSet presAssocID="{D71334AD-C8DF-45BF-BE78-D258B0AAA400}" presName="node" presStyleLbl="node1" presStyleIdx="8" presStyleCnt="21">
        <dgm:presLayoutVars>
          <dgm:bulletEnabled val="1"/>
        </dgm:presLayoutVars>
      </dgm:prSet>
      <dgm:spPr/>
    </dgm:pt>
    <dgm:pt modelId="{A16B3F5A-5A6B-4A0D-B7EE-620CBDF51102}" type="pres">
      <dgm:prSet presAssocID="{788C1761-6648-4D8F-B3EC-59AD97955E1C}" presName="sibTrans" presStyleLbl="sibTrans1D1" presStyleIdx="8" presStyleCnt="20"/>
      <dgm:spPr/>
    </dgm:pt>
    <dgm:pt modelId="{88F9DD73-587F-42FE-BD7E-31F10DA54EDB}" type="pres">
      <dgm:prSet presAssocID="{788C1761-6648-4D8F-B3EC-59AD97955E1C}" presName="connectorText" presStyleLbl="sibTrans1D1" presStyleIdx="8" presStyleCnt="20"/>
      <dgm:spPr/>
    </dgm:pt>
    <dgm:pt modelId="{D7674E5F-6930-45D2-960E-0C437F5DDF69}" type="pres">
      <dgm:prSet presAssocID="{6ECB8147-E436-4D12-BC47-570D6DFF0726}" presName="node" presStyleLbl="node1" presStyleIdx="9" presStyleCnt="21">
        <dgm:presLayoutVars>
          <dgm:bulletEnabled val="1"/>
        </dgm:presLayoutVars>
      </dgm:prSet>
      <dgm:spPr/>
    </dgm:pt>
    <dgm:pt modelId="{E79A8E95-7F8D-4E31-A65B-729616740C06}" type="pres">
      <dgm:prSet presAssocID="{FFCDF62F-3410-42BB-862E-FADBEFF98B72}" presName="sibTrans" presStyleLbl="sibTrans1D1" presStyleIdx="9" presStyleCnt="20"/>
      <dgm:spPr/>
    </dgm:pt>
    <dgm:pt modelId="{B8D87E10-9D8A-4A46-B53A-7555F042E179}" type="pres">
      <dgm:prSet presAssocID="{FFCDF62F-3410-42BB-862E-FADBEFF98B72}" presName="connectorText" presStyleLbl="sibTrans1D1" presStyleIdx="9" presStyleCnt="20"/>
      <dgm:spPr/>
    </dgm:pt>
    <dgm:pt modelId="{4414E39F-CE2A-45BA-BFEA-FAC337072EA3}" type="pres">
      <dgm:prSet presAssocID="{19A4A85C-1DC9-4154-B6B2-B53E0785AAF9}" presName="node" presStyleLbl="node1" presStyleIdx="10" presStyleCnt="21">
        <dgm:presLayoutVars>
          <dgm:bulletEnabled val="1"/>
        </dgm:presLayoutVars>
      </dgm:prSet>
      <dgm:spPr/>
    </dgm:pt>
    <dgm:pt modelId="{492B366B-1C1E-4D21-91DF-FACA9715EEE1}" type="pres">
      <dgm:prSet presAssocID="{75E722FD-A5EF-485D-9970-91A79BEB3459}" presName="sibTrans" presStyleLbl="sibTrans1D1" presStyleIdx="10" presStyleCnt="20"/>
      <dgm:spPr/>
    </dgm:pt>
    <dgm:pt modelId="{17E911F8-902C-41E5-B933-94C302B20A1D}" type="pres">
      <dgm:prSet presAssocID="{75E722FD-A5EF-485D-9970-91A79BEB3459}" presName="connectorText" presStyleLbl="sibTrans1D1" presStyleIdx="10" presStyleCnt="20"/>
      <dgm:spPr/>
    </dgm:pt>
    <dgm:pt modelId="{2A3DEC41-641B-4C10-97DE-DEDD1B8B613D}" type="pres">
      <dgm:prSet presAssocID="{F6EB1DE1-4C28-4FA9-B80B-3B817D31C58C}" presName="node" presStyleLbl="node1" presStyleIdx="11" presStyleCnt="21">
        <dgm:presLayoutVars>
          <dgm:bulletEnabled val="1"/>
        </dgm:presLayoutVars>
      </dgm:prSet>
      <dgm:spPr/>
    </dgm:pt>
    <dgm:pt modelId="{A6F73457-0BC9-447D-8ECA-9D39A65E1ABE}" type="pres">
      <dgm:prSet presAssocID="{F2680914-5D99-4224-90B5-ACC2689C744E}" presName="sibTrans" presStyleLbl="sibTrans1D1" presStyleIdx="11" presStyleCnt="20"/>
      <dgm:spPr/>
    </dgm:pt>
    <dgm:pt modelId="{15121558-196C-4070-AF3A-BB726D063746}" type="pres">
      <dgm:prSet presAssocID="{F2680914-5D99-4224-90B5-ACC2689C744E}" presName="connectorText" presStyleLbl="sibTrans1D1" presStyleIdx="11" presStyleCnt="20"/>
      <dgm:spPr/>
    </dgm:pt>
    <dgm:pt modelId="{7291D9E8-BCA0-4641-A742-966875233590}" type="pres">
      <dgm:prSet presAssocID="{BEF33B54-9587-4460-B77E-BF914D67CB17}" presName="node" presStyleLbl="node1" presStyleIdx="12" presStyleCnt="21">
        <dgm:presLayoutVars>
          <dgm:bulletEnabled val="1"/>
        </dgm:presLayoutVars>
      </dgm:prSet>
      <dgm:spPr/>
    </dgm:pt>
    <dgm:pt modelId="{BC0D752E-4CCA-402B-9B61-3FDB2B5CB0CE}" type="pres">
      <dgm:prSet presAssocID="{1824E6B4-B817-47E1-A492-C8488CAAA435}" presName="sibTrans" presStyleLbl="sibTrans1D1" presStyleIdx="12" presStyleCnt="20"/>
      <dgm:spPr/>
    </dgm:pt>
    <dgm:pt modelId="{68E9B8EB-1D5D-43C4-AE35-AD3B855CC9D7}" type="pres">
      <dgm:prSet presAssocID="{1824E6B4-B817-47E1-A492-C8488CAAA435}" presName="connectorText" presStyleLbl="sibTrans1D1" presStyleIdx="12" presStyleCnt="20"/>
      <dgm:spPr/>
    </dgm:pt>
    <dgm:pt modelId="{8C1C0B2B-1525-4ABC-8B93-CD361E35CDDC}" type="pres">
      <dgm:prSet presAssocID="{14B8F858-5406-4148-83C9-46CCA6CAB4FD}" presName="node" presStyleLbl="node1" presStyleIdx="13" presStyleCnt="21">
        <dgm:presLayoutVars>
          <dgm:bulletEnabled val="1"/>
        </dgm:presLayoutVars>
      </dgm:prSet>
      <dgm:spPr/>
    </dgm:pt>
    <dgm:pt modelId="{31BF12F1-1FEC-422C-9DFF-7AAD63886AC9}" type="pres">
      <dgm:prSet presAssocID="{563B6098-2568-445C-83EF-8C06BA4F3254}" presName="sibTrans" presStyleLbl="sibTrans1D1" presStyleIdx="13" presStyleCnt="20"/>
      <dgm:spPr/>
    </dgm:pt>
    <dgm:pt modelId="{1A531395-B0B3-400D-A672-5A319275AB38}" type="pres">
      <dgm:prSet presAssocID="{563B6098-2568-445C-83EF-8C06BA4F3254}" presName="connectorText" presStyleLbl="sibTrans1D1" presStyleIdx="13" presStyleCnt="20"/>
      <dgm:spPr/>
    </dgm:pt>
    <dgm:pt modelId="{1EE7AEA5-9CE8-443D-A0C2-3ADD6DA858DD}" type="pres">
      <dgm:prSet presAssocID="{52180A66-42E0-4347-8707-FAB9A3035A57}" presName="node" presStyleLbl="node1" presStyleIdx="14" presStyleCnt="21">
        <dgm:presLayoutVars>
          <dgm:bulletEnabled val="1"/>
        </dgm:presLayoutVars>
      </dgm:prSet>
      <dgm:spPr/>
    </dgm:pt>
    <dgm:pt modelId="{E94483DF-C684-4F1B-AD50-678FC14485D6}" type="pres">
      <dgm:prSet presAssocID="{E2CC9447-2F60-479E-84D6-1BE57A7B136E}" presName="sibTrans" presStyleLbl="sibTrans1D1" presStyleIdx="14" presStyleCnt="20"/>
      <dgm:spPr/>
    </dgm:pt>
    <dgm:pt modelId="{306AD2F8-CEDB-4A04-BC55-5DB573964091}" type="pres">
      <dgm:prSet presAssocID="{E2CC9447-2F60-479E-84D6-1BE57A7B136E}" presName="connectorText" presStyleLbl="sibTrans1D1" presStyleIdx="14" presStyleCnt="20"/>
      <dgm:spPr/>
    </dgm:pt>
    <dgm:pt modelId="{48BD75CC-B0C9-4329-B431-0C35FC52C5EF}" type="pres">
      <dgm:prSet presAssocID="{1130FEC1-0724-491F-A4B5-3BF9BB5F5964}" presName="node" presStyleLbl="node1" presStyleIdx="15" presStyleCnt="21">
        <dgm:presLayoutVars>
          <dgm:bulletEnabled val="1"/>
        </dgm:presLayoutVars>
      </dgm:prSet>
      <dgm:spPr/>
    </dgm:pt>
    <dgm:pt modelId="{C8B2B303-7252-4FD1-8179-AB447435B2E6}" type="pres">
      <dgm:prSet presAssocID="{8EB651A3-2301-40B6-AEE9-751F00439140}" presName="sibTrans" presStyleLbl="sibTrans1D1" presStyleIdx="15" presStyleCnt="20"/>
      <dgm:spPr/>
    </dgm:pt>
    <dgm:pt modelId="{93FEA59E-8383-46BA-BEE5-1C9E64991F56}" type="pres">
      <dgm:prSet presAssocID="{8EB651A3-2301-40B6-AEE9-751F00439140}" presName="connectorText" presStyleLbl="sibTrans1D1" presStyleIdx="15" presStyleCnt="20"/>
      <dgm:spPr/>
    </dgm:pt>
    <dgm:pt modelId="{67DFE846-CD4A-4480-A341-CAF7CBBE6842}" type="pres">
      <dgm:prSet presAssocID="{54F83D0E-45F6-40AC-80DF-FCF848F7B883}" presName="node" presStyleLbl="node1" presStyleIdx="16" presStyleCnt="21">
        <dgm:presLayoutVars>
          <dgm:bulletEnabled val="1"/>
        </dgm:presLayoutVars>
      </dgm:prSet>
      <dgm:spPr/>
    </dgm:pt>
    <dgm:pt modelId="{E832F2DA-045B-47AD-9B21-5EE654FE37CD}" type="pres">
      <dgm:prSet presAssocID="{375C6985-4239-4964-AD55-F8219C3D80D1}" presName="sibTrans" presStyleLbl="sibTrans1D1" presStyleIdx="16" presStyleCnt="20"/>
      <dgm:spPr/>
    </dgm:pt>
    <dgm:pt modelId="{CFE3F07E-384F-4EAB-9A79-15045A5BEDD5}" type="pres">
      <dgm:prSet presAssocID="{375C6985-4239-4964-AD55-F8219C3D80D1}" presName="connectorText" presStyleLbl="sibTrans1D1" presStyleIdx="16" presStyleCnt="20"/>
      <dgm:spPr/>
    </dgm:pt>
    <dgm:pt modelId="{1071D835-9E3C-4922-9899-B7FFF75353FC}" type="pres">
      <dgm:prSet presAssocID="{76F5371D-CC48-4A2A-89C1-394B1D6C302C}" presName="node" presStyleLbl="node1" presStyleIdx="17" presStyleCnt="21">
        <dgm:presLayoutVars>
          <dgm:bulletEnabled val="1"/>
        </dgm:presLayoutVars>
      </dgm:prSet>
      <dgm:spPr/>
    </dgm:pt>
    <dgm:pt modelId="{E0159664-91D1-47E8-BB60-C89D3D4CA752}" type="pres">
      <dgm:prSet presAssocID="{91FD9F0E-6159-474F-8D79-56647BF36A1F}" presName="sibTrans" presStyleLbl="sibTrans1D1" presStyleIdx="17" presStyleCnt="20"/>
      <dgm:spPr/>
    </dgm:pt>
    <dgm:pt modelId="{BFC0B7C1-463C-42A2-AF73-FF35F2F7BBD0}" type="pres">
      <dgm:prSet presAssocID="{91FD9F0E-6159-474F-8D79-56647BF36A1F}" presName="connectorText" presStyleLbl="sibTrans1D1" presStyleIdx="17" presStyleCnt="20"/>
      <dgm:spPr/>
    </dgm:pt>
    <dgm:pt modelId="{67E6F1B1-FB71-44AA-AEF3-255EC2E9CF34}" type="pres">
      <dgm:prSet presAssocID="{002D1483-5486-407C-BC6C-B28E03F99D00}" presName="node" presStyleLbl="node1" presStyleIdx="18" presStyleCnt="21">
        <dgm:presLayoutVars>
          <dgm:bulletEnabled val="1"/>
        </dgm:presLayoutVars>
      </dgm:prSet>
      <dgm:spPr/>
    </dgm:pt>
    <dgm:pt modelId="{B0CB41BD-9CAD-482B-945E-15D9BCC1C938}" type="pres">
      <dgm:prSet presAssocID="{0253BBE9-5BEB-4C44-BACD-9339A2ED9662}" presName="sibTrans" presStyleLbl="sibTrans1D1" presStyleIdx="18" presStyleCnt="20"/>
      <dgm:spPr/>
    </dgm:pt>
    <dgm:pt modelId="{BC1A32E7-9FBC-4F76-8B0D-DCA3CCF973DD}" type="pres">
      <dgm:prSet presAssocID="{0253BBE9-5BEB-4C44-BACD-9339A2ED9662}" presName="connectorText" presStyleLbl="sibTrans1D1" presStyleIdx="18" presStyleCnt="20"/>
      <dgm:spPr/>
    </dgm:pt>
    <dgm:pt modelId="{FE74D735-4CA8-41F6-A9DC-4C360A8AFB6F}" type="pres">
      <dgm:prSet presAssocID="{D622FBB4-AB6F-41F0-B854-6DF5F7954DC6}" presName="node" presStyleLbl="node1" presStyleIdx="19" presStyleCnt="21">
        <dgm:presLayoutVars>
          <dgm:bulletEnabled val="1"/>
        </dgm:presLayoutVars>
      </dgm:prSet>
      <dgm:spPr/>
    </dgm:pt>
    <dgm:pt modelId="{0D8C7A74-CCF8-48DC-AC24-CAC274308281}" type="pres">
      <dgm:prSet presAssocID="{2F425A84-656F-4DEE-AF2C-5E8B65A29673}" presName="sibTrans" presStyleLbl="sibTrans1D1" presStyleIdx="19" presStyleCnt="20"/>
      <dgm:spPr/>
    </dgm:pt>
    <dgm:pt modelId="{DF47F2A1-0F6B-4CE1-9C74-BE4E5154B640}" type="pres">
      <dgm:prSet presAssocID="{2F425A84-656F-4DEE-AF2C-5E8B65A29673}" presName="connectorText" presStyleLbl="sibTrans1D1" presStyleIdx="19" presStyleCnt="20"/>
      <dgm:spPr/>
    </dgm:pt>
    <dgm:pt modelId="{E43867E0-4840-427A-B4A1-0484DE306B76}" type="pres">
      <dgm:prSet presAssocID="{B5C8CDDC-13F4-44A9-AB46-F07D61190D1A}" presName="node" presStyleLbl="node1" presStyleIdx="20" presStyleCnt="21">
        <dgm:presLayoutVars>
          <dgm:bulletEnabled val="1"/>
        </dgm:presLayoutVars>
      </dgm:prSet>
      <dgm:spPr/>
    </dgm:pt>
  </dgm:ptLst>
  <dgm:cxnLst>
    <dgm:cxn modelId="{DD3ECF01-51F7-40DB-BA66-383D88675E43}" type="presOf" srcId="{8EB651A3-2301-40B6-AEE9-751F00439140}" destId="{C8B2B303-7252-4FD1-8179-AB447435B2E6}" srcOrd="0" destOrd="0" presId="urn:microsoft.com/office/officeart/2016/7/layout/RepeatingBendingProcessNew"/>
    <dgm:cxn modelId="{9FF43603-8B53-4232-9FCE-097DDCF32B0D}" srcId="{FC04E081-A28E-45B0-827E-1C383D99C7E2}" destId="{35DAFFE7-72B8-4D8A-8367-4A5825582939}" srcOrd="4" destOrd="0" parTransId="{FB3B66A0-5F67-49EA-AA52-AD3F9F3E4284}" sibTransId="{9BCDEE45-0B31-4EBD-9F99-1D61DB3CED17}"/>
    <dgm:cxn modelId="{B20C2A04-7225-41B4-90B4-D76E980D4B4A}" type="presOf" srcId="{E5231BED-A812-4C0B-B663-59E06BF97F48}" destId="{96C492BE-ADCB-48C3-BC4F-4FBCEC07AF07}" srcOrd="0" destOrd="0" presId="urn:microsoft.com/office/officeart/2016/7/layout/RepeatingBendingProcessNew"/>
    <dgm:cxn modelId="{DB690E09-6F8C-4B89-B97B-BC45786ED9CD}" type="presOf" srcId="{F2680914-5D99-4224-90B5-ACC2689C744E}" destId="{15121558-196C-4070-AF3A-BB726D063746}" srcOrd="1" destOrd="0" presId="urn:microsoft.com/office/officeart/2016/7/layout/RepeatingBendingProcessNew"/>
    <dgm:cxn modelId="{D5BE940B-D7ED-4315-BED2-8482554380D1}" srcId="{FC04E081-A28E-45B0-827E-1C383D99C7E2}" destId="{1BC7A136-56B3-4587-AE2D-EF7029D1D8DD}" srcOrd="7" destOrd="0" parTransId="{F823DB6F-A438-49E6-975C-F914B9FF66B2}" sibTransId="{5807F5A4-648D-42B2-A5B5-23BF4933B756}"/>
    <dgm:cxn modelId="{47528F0D-AC5C-46F4-87B2-5196C65BE61C}" srcId="{FC04E081-A28E-45B0-827E-1C383D99C7E2}" destId="{1130FEC1-0724-491F-A4B5-3BF9BB5F5964}" srcOrd="15" destOrd="0" parTransId="{FFF54A98-D571-4D92-825F-CA9C19A5615C}" sibTransId="{8EB651A3-2301-40B6-AEE9-751F00439140}"/>
    <dgm:cxn modelId="{5D1CA011-ABB6-4C3C-864A-6DB2FEB28564}" srcId="{FC04E081-A28E-45B0-827E-1C383D99C7E2}" destId="{D622FBB4-AB6F-41F0-B854-6DF5F7954DC6}" srcOrd="19" destOrd="0" parTransId="{D984852D-9F53-462E-B393-0C1E6E7EF366}" sibTransId="{2F425A84-656F-4DEE-AF2C-5E8B65A29673}"/>
    <dgm:cxn modelId="{A3714312-D48B-403C-BAA9-854F843A2E4F}" type="presOf" srcId="{54F83D0E-45F6-40AC-80DF-FCF848F7B883}" destId="{67DFE846-CD4A-4480-A341-CAF7CBBE6842}" srcOrd="0" destOrd="0" presId="urn:microsoft.com/office/officeart/2016/7/layout/RepeatingBendingProcessNew"/>
    <dgm:cxn modelId="{EEF34F17-91C4-43B8-AFBD-30FFCA2D86DD}" type="presOf" srcId="{5807F5A4-648D-42B2-A5B5-23BF4933B756}" destId="{F54B8C0B-66F1-4DE8-9FDF-F99F94482FA4}" srcOrd="1" destOrd="0" presId="urn:microsoft.com/office/officeart/2016/7/layout/RepeatingBendingProcessNew"/>
    <dgm:cxn modelId="{8D88A61C-A8F6-46F4-8A4A-CFBA396EDA48}" type="presOf" srcId="{E9D68664-F421-4074-819B-A4BD9DA8EE97}" destId="{D8CAA41F-0EF4-4817-90E4-4ED1AEFB6812}" srcOrd="0" destOrd="0" presId="urn:microsoft.com/office/officeart/2016/7/layout/RepeatingBendingProcessNew"/>
    <dgm:cxn modelId="{4412881E-4292-4001-921C-4DB7FB913A6B}" type="presOf" srcId="{C6122FED-C930-4262-9A91-D88803CA220E}" destId="{E1C412F1-1648-4CED-ACF5-244FE7FF630E}" srcOrd="1" destOrd="0" presId="urn:microsoft.com/office/officeart/2016/7/layout/RepeatingBendingProcessNew"/>
    <dgm:cxn modelId="{BB38061F-3149-4D8B-9888-627F1AC8119F}" type="presOf" srcId="{1BC7A136-56B3-4587-AE2D-EF7029D1D8DD}" destId="{56D29B32-D39C-4944-86EC-0470E76F9E49}" srcOrd="0" destOrd="0" presId="urn:microsoft.com/office/officeart/2016/7/layout/RepeatingBendingProcessNew"/>
    <dgm:cxn modelId="{C1A61D21-91FC-459D-BF73-69F9BA98D426}" srcId="{FC04E081-A28E-45B0-827E-1C383D99C7E2}" destId="{14B8F858-5406-4148-83C9-46CCA6CAB4FD}" srcOrd="13" destOrd="0" parTransId="{64E35DBC-63DE-45A1-9E93-3A040CAFEE68}" sibTransId="{563B6098-2568-445C-83EF-8C06BA4F3254}"/>
    <dgm:cxn modelId="{7006F121-A12A-485E-8246-7FFBF4BA3DCF}" type="presOf" srcId="{D622FBB4-AB6F-41F0-B854-6DF5F7954DC6}" destId="{FE74D735-4CA8-41F6-A9DC-4C360A8AFB6F}" srcOrd="0" destOrd="0" presId="urn:microsoft.com/office/officeart/2016/7/layout/RepeatingBendingProcessNew"/>
    <dgm:cxn modelId="{73566124-4EA6-45CA-BD11-C9ED30004189}" type="presOf" srcId="{9333BB8C-6FA9-4A24-8890-DA23A1BFFDE9}" destId="{2CE0A8BB-D710-40A6-99B4-BBF3571FA1C2}" srcOrd="0" destOrd="0" presId="urn:microsoft.com/office/officeart/2016/7/layout/RepeatingBendingProcessNew"/>
    <dgm:cxn modelId="{28A94D2A-50F2-4485-9604-97E397640A66}" srcId="{FC04E081-A28E-45B0-827E-1C383D99C7E2}" destId="{2863CBE7-E272-4CF7-9526-3BD9AD650CE7}" srcOrd="3" destOrd="0" parTransId="{6C3C692B-4C6C-4A04-9015-8465861F3E8D}" sibTransId="{E5231BED-A812-4C0B-B663-59E06BF97F48}"/>
    <dgm:cxn modelId="{827E6934-5216-4716-8E32-A2A9D9881655}" type="presOf" srcId="{9BCDEE45-0B31-4EBD-9F99-1D61DB3CED17}" destId="{E505F49E-405B-48B3-99DF-66FFD9034203}" srcOrd="1" destOrd="0" presId="urn:microsoft.com/office/officeart/2016/7/layout/RepeatingBendingProcessNew"/>
    <dgm:cxn modelId="{D5A3E53B-2546-42A8-8802-D2AE73980B89}" type="presOf" srcId="{563B6098-2568-445C-83EF-8C06BA4F3254}" destId="{1A531395-B0B3-400D-A672-5A319275AB38}" srcOrd="1" destOrd="0" presId="urn:microsoft.com/office/officeart/2016/7/layout/RepeatingBendingProcessNew"/>
    <dgm:cxn modelId="{8E0A153D-73DE-4857-BB8E-4958DCE7D5AF}" type="presOf" srcId="{375C6985-4239-4964-AD55-F8219C3D80D1}" destId="{CFE3F07E-384F-4EAB-9A79-15045A5BEDD5}" srcOrd="1" destOrd="0" presId="urn:microsoft.com/office/officeart/2016/7/layout/RepeatingBendingProcessNew"/>
    <dgm:cxn modelId="{2C9BBF40-D97E-4E29-A059-22FC158EEC0D}" type="presOf" srcId="{2F425A84-656F-4DEE-AF2C-5E8B65A29673}" destId="{0D8C7A74-CCF8-48DC-AC24-CAC274308281}" srcOrd="0" destOrd="0" presId="urn:microsoft.com/office/officeart/2016/7/layout/RepeatingBendingProcessNew"/>
    <dgm:cxn modelId="{D8C56261-0073-45B2-A959-2C155C768B52}" type="presOf" srcId="{0253BBE9-5BEB-4C44-BACD-9339A2ED9662}" destId="{B0CB41BD-9CAD-482B-945E-15D9BCC1C938}" srcOrd="0" destOrd="0" presId="urn:microsoft.com/office/officeart/2016/7/layout/RepeatingBendingProcessNew"/>
    <dgm:cxn modelId="{D5C87761-D059-41A0-8000-742A44C9DB5B}" type="presOf" srcId="{788C1761-6648-4D8F-B3EC-59AD97955E1C}" destId="{88F9DD73-587F-42FE-BD7E-31F10DA54EDB}" srcOrd="1" destOrd="0" presId="urn:microsoft.com/office/officeart/2016/7/layout/RepeatingBendingProcessNew"/>
    <dgm:cxn modelId="{1EB9C742-7453-4586-9345-46B6A7F05A2E}" type="presOf" srcId="{5D42798B-54DF-409F-A3FC-E29A510B48C8}" destId="{D68662AB-3FFB-4F36-BB34-1BE9E70D7BF1}" srcOrd="1" destOrd="0" presId="urn:microsoft.com/office/officeart/2016/7/layout/RepeatingBendingProcessNew"/>
    <dgm:cxn modelId="{75DBA463-6261-4A26-92DC-55A73AA38A2A}" srcId="{FC04E081-A28E-45B0-827E-1C383D99C7E2}" destId="{285A6572-89E7-443A-BA07-1BF7684B8B6E}" srcOrd="6" destOrd="0" parTransId="{2160B849-44B0-4D00-930A-50080B64AD3B}" sibTransId="{9333BB8C-6FA9-4A24-8890-DA23A1BFFDE9}"/>
    <dgm:cxn modelId="{5979E564-7EA5-4FE9-ADEE-B3D39DFE2DFE}" type="presOf" srcId="{1824E6B4-B817-47E1-A492-C8488CAAA435}" destId="{BC0D752E-4CCA-402B-9B61-3FDB2B5CB0CE}" srcOrd="0" destOrd="0" presId="urn:microsoft.com/office/officeart/2016/7/layout/RepeatingBendingProcessNew"/>
    <dgm:cxn modelId="{8EBD1767-2E45-40A7-8DFF-FF4545296C4D}" type="presOf" srcId="{19A4A85C-1DC9-4154-B6B2-B53E0785AAF9}" destId="{4414E39F-CE2A-45BA-BFEA-FAC337072EA3}" srcOrd="0" destOrd="0" presId="urn:microsoft.com/office/officeart/2016/7/layout/RepeatingBendingProcessNew"/>
    <dgm:cxn modelId="{202AB46A-27EC-4D17-B514-E9442DBD1C2C}" srcId="{FC04E081-A28E-45B0-827E-1C383D99C7E2}" destId="{EC87F458-0CCE-4018-A153-54DBF6EC5731}" srcOrd="2" destOrd="0" parTransId="{D76A85B2-FA1A-45C2-A096-14258594AE75}" sibTransId="{5D42798B-54DF-409F-A3FC-E29A510B48C8}"/>
    <dgm:cxn modelId="{3266536D-A4C4-4CE0-8629-DAF84EEAE3AE}" srcId="{FC04E081-A28E-45B0-827E-1C383D99C7E2}" destId="{E9D68664-F421-4074-819B-A4BD9DA8EE97}" srcOrd="5" destOrd="0" parTransId="{F75BF304-3E0D-4A27-9BD1-3C4EBB67D02C}" sibTransId="{A7AB09D9-C35F-4218-9939-7E540AD2F21A}"/>
    <dgm:cxn modelId="{86DD694E-74AA-4135-8419-3C864BA8480B}" type="presOf" srcId="{91FD9F0E-6159-474F-8D79-56647BF36A1F}" destId="{E0159664-91D1-47E8-BB60-C89D3D4CA752}" srcOrd="0" destOrd="0" presId="urn:microsoft.com/office/officeart/2016/7/layout/RepeatingBendingProcessNew"/>
    <dgm:cxn modelId="{BD9B7C4F-A89E-4B0A-9325-E6757B942B8D}" type="presOf" srcId="{75E722FD-A5EF-485D-9970-91A79BEB3459}" destId="{17E911F8-902C-41E5-B933-94C302B20A1D}" srcOrd="1" destOrd="0" presId="urn:microsoft.com/office/officeart/2016/7/layout/RepeatingBendingProcessNew"/>
    <dgm:cxn modelId="{337E896F-31F6-461F-9471-EECEAE5432A3}" type="presOf" srcId="{C6122FED-C930-4262-9A91-D88803CA220E}" destId="{EC0374E4-74BB-4CC9-A53C-3E34251F0143}" srcOrd="0" destOrd="0" presId="urn:microsoft.com/office/officeart/2016/7/layout/RepeatingBendingProcessNew"/>
    <dgm:cxn modelId="{7A8AE971-E25A-4802-970A-111C6C02C197}" srcId="{FC04E081-A28E-45B0-827E-1C383D99C7E2}" destId="{F6EB1DE1-4C28-4FA9-B80B-3B817D31C58C}" srcOrd="11" destOrd="0" parTransId="{0954043C-0C9E-4D78-9949-05188F53890D}" sibTransId="{F2680914-5D99-4224-90B5-ACC2689C744E}"/>
    <dgm:cxn modelId="{1B390652-25D0-4D0B-A2AA-28BDB38F6A07}" type="presOf" srcId="{A7AB09D9-C35F-4218-9939-7E540AD2F21A}" destId="{2F94192A-B1BF-4C69-B1AA-3227A97A6E5B}" srcOrd="0" destOrd="0" presId="urn:microsoft.com/office/officeart/2016/7/layout/RepeatingBendingProcessNew"/>
    <dgm:cxn modelId="{6E47CC74-88A0-4712-81CE-CB89210CDA44}" type="presOf" srcId="{B5C8CDDC-13F4-44A9-AB46-F07D61190D1A}" destId="{E43867E0-4840-427A-B4A1-0484DE306B76}" srcOrd="0" destOrd="0" presId="urn:microsoft.com/office/officeart/2016/7/layout/RepeatingBendingProcessNew"/>
    <dgm:cxn modelId="{1388FB56-0DCA-4AEB-9DBD-B724A6A69E49}" type="presOf" srcId="{779281F1-C75B-4C3A-8361-5262777A4019}" destId="{25264D24-F8B5-4BDF-B1D6-8E527D060D56}" srcOrd="0" destOrd="0" presId="urn:microsoft.com/office/officeart/2016/7/layout/RepeatingBendingProcessNew"/>
    <dgm:cxn modelId="{0B04A557-D627-4C11-BA7E-F218821A0337}" type="presOf" srcId="{76F5371D-CC48-4A2A-89C1-394B1D6C302C}" destId="{1071D835-9E3C-4922-9899-B7FFF75353FC}" srcOrd="0" destOrd="0" presId="urn:microsoft.com/office/officeart/2016/7/layout/RepeatingBendingProcessNew"/>
    <dgm:cxn modelId="{C4A31978-0CDB-4CEA-A8E7-01ABD31C4A7F}" type="presOf" srcId="{1130FEC1-0724-491F-A4B5-3BF9BB5F5964}" destId="{48BD75CC-B0C9-4329-B431-0C35FC52C5EF}" srcOrd="0" destOrd="0" presId="urn:microsoft.com/office/officeart/2016/7/layout/RepeatingBendingProcessNew"/>
    <dgm:cxn modelId="{FB646A78-3505-4FF4-8B4E-5687F5114B00}" type="presOf" srcId="{F2680914-5D99-4224-90B5-ACC2689C744E}" destId="{A6F73457-0BC9-447D-8ECA-9D39A65E1ABE}" srcOrd="0" destOrd="0" presId="urn:microsoft.com/office/officeart/2016/7/layout/RepeatingBendingProcessNew"/>
    <dgm:cxn modelId="{B5FCD758-5DEA-4085-BE37-3E57453886F1}" type="presOf" srcId="{788C1761-6648-4D8F-B3EC-59AD97955E1C}" destId="{A16B3F5A-5A6B-4A0D-B7EE-620CBDF51102}" srcOrd="0" destOrd="0" presId="urn:microsoft.com/office/officeart/2016/7/layout/RepeatingBendingProcessNew"/>
    <dgm:cxn modelId="{1B3D907B-673C-43DF-826B-59C6F16DF1A1}" type="presOf" srcId="{5807F5A4-648D-42B2-A5B5-23BF4933B756}" destId="{A14896E7-5E04-405E-B8C2-F9151997ABBD}" srcOrd="0" destOrd="0" presId="urn:microsoft.com/office/officeart/2016/7/layout/RepeatingBendingProcessNew"/>
    <dgm:cxn modelId="{6C21E483-0A1B-436D-AF7A-A2EDF73801ED}" srcId="{FC04E081-A28E-45B0-827E-1C383D99C7E2}" destId="{19A4A85C-1DC9-4154-B6B2-B53E0785AAF9}" srcOrd="10" destOrd="0" parTransId="{6F8971CE-1CA9-4F5B-8EEE-E8944B316A7A}" sibTransId="{75E722FD-A5EF-485D-9970-91A79BEB3459}"/>
    <dgm:cxn modelId="{18873988-EBCD-41E1-9017-DE2145867C1C}" srcId="{FC04E081-A28E-45B0-827E-1C383D99C7E2}" destId="{BE7C0B3A-12C9-4CF0-AEB1-C142A463BFA6}" srcOrd="0" destOrd="0" parTransId="{9B1D823D-E5C5-4E2B-A6D0-89A51260A6E7}" sibTransId="{66BF9D3B-941E-4A53-96CE-634CC44F2AF6}"/>
    <dgm:cxn modelId="{1BB08989-95E7-4B1E-8E32-5ABE908BB3D9}" srcId="{FC04E081-A28E-45B0-827E-1C383D99C7E2}" destId="{002D1483-5486-407C-BC6C-B28E03F99D00}" srcOrd="18" destOrd="0" parTransId="{63952295-7A7D-4DD4-9D1A-3C551FFB6CEA}" sibTransId="{0253BBE9-5BEB-4C44-BACD-9339A2ED9662}"/>
    <dgm:cxn modelId="{8D587297-2145-4DB1-85CB-5B2D11D672F4}" type="presOf" srcId="{285A6572-89E7-443A-BA07-1BF7684B8B6E}" destId="{9DC6FB2A-1ED4-45EC-A5B5-CC504F7DB564}" srcOrd="0" destOrd="0" presId="urn:microsoft.com/office/officeart/2016/7/layout/RepeatingBendingProcessNew"/>
    <dgm:cxn modelId="{29D2D297-44BF-4F3F-B20D-3A24D9187676}" type="presOf" srcId="{D71334AD-C8DF-45BF-BE78-D258B0AAA400}" destId="{1AEE4742-158D-4238-A296-2E5153B108EF}" srcOrd="0" destOrd="0" presId="urn:microsoft.com/office/officeart/2016/7/layout/RepeatingBendingProcessNew"/>
    <dgm:cxn modelId="{40E11398-3DC0-4197-96CA-7B601DF8DF96}" srcId="{FC04E081-A28E-45B0-827E-1C383D99C7E2}" destId="{52180A66-42E0-4347-8707-FAB9A3035A57}" srcOrd="14" destOrd="0" parTransId="{9964BC8F-9F80-4DDA-B93F-C8330188EF2F}" sibTransId="{E2CC9447-2F60-479E-84D6-1BE57A7B136E}"/>
    <dgm:cxn modelId="{F0F8DD9B-1C93-415D-BE46-F72E4C110C61}" type="presOf" srcId="{66BF9D3B-941E-4A53-96CE-634CC44F2AF6}" destId="{824B2DEB-5A02-4147-9C6B-7F75DD0C2EC3}" srcOrd="1" destOrd="0" presId="urn:microsoft.com/office/officeart/2016/7/layout/RepeatingBendingProcessNew"/>
    <dgm:cxn modelId="{B5D3FD9F-944A-4999-9BC0-360D4C6C2A8D}" type="presOf" srcId="{BEF33B54-9587-4460-B77E-BF914D67CB17}" destId="{7291D9E8-BCA0-4641-A742-966875233590}" srcOrd="0" destOrd="0" presId="urn:microsoft.com/office/officeart/2016/7/layout/RepeatingBendingProcessNew"/>
    <dgm:cxn modelId="{BA34BAAA-CE3F-49B4-8DF5-E7DAF1827C1B}" type="presOf" srcId="{375C6985-4239-4964-AD55-F8219C3D80D1}" destId="{E832F2DA-045B-47AD-9B21-5EE654FE37CD}" srcOrd="0" destOrd="0" presId="urn:microsoft.com/office/officeart/2016/7/layout/RepeatingBendingProcessNew"/>
    <dgm:cxn modelId="{6BC28EAC-967C-4D1F-987F-5F7ADC075E83}" type="presOf" srcId="{75E722FD-A5EF-485D-9970-91A79BEB3459}" destId="{492B366B-1C1E-4D21-91DF-FACA9715EEE1}" srcOrd="0" destOrd="0" presId="urn:microsoft.com/office/officeart/2016/7/layout/RepeatingBendingProcessNew"/>
    <dgm:cxn modelId="{5691C6AF-CCE9-4A43-96D2-326914B78E12}" type="presOf" srcId="{66BF9D3B-941E-4A53-96CE-634CC44F2AF6}" destId="{E6732E87-D1F2-478A-9CB7-F3697237411C}" srcOrd="0" destOrd="0" presId="urn:microsoft.com/office/officeart/2016/7/layout/RepeatingBendingProcessNew"/>
    <dgm:cxn modelId="{A39F1BB0-A1EF-4142-B4E0-BFDA163F161C}" type="presOf" srcId="{BE7C0B3A-12C9-4CF0-AEB1-C142A463BFA6}" destId="{9BBF7176-129C-427E-B9A5-6CE1D551E637}" srcOrd="0" destOrd="0" presId="urn:microsoft.com/office/officeart/2016/7/layout/RepeatingBendingProcessNew"/>
    <dgm:cxn modelId="{8D00ACB1-58A2-4635-8AE4-8E74108DBB6E}" type="presOf" srcId="{F6EB1DE1-4C28-4FA9-B80B-3B817D31C58C}" destId="{2A3DEC41-641B-4C10-97DE-DEDD1B8B613D}" srcOrd="0" destOrd="0" presId="urn:microsoft.com/office/officeart/2016/7/layout/RepeatingBendingProcessNew"/>
    <dgm:cxn modelId="{0413CEB6-242E-4F56-98C3-2FB5270AB6C0}" type="presOf" srcId="{2F425A84-656F-4DEE-AF2C-5E8B65A29673}" destId="{DF47F2A1-0F6B-4CE1-9C74-BE4E5154B640}" srcOrd="1" destOrd="0" presId="urn:microsoft.com/office/officeart/2016/7/layout/RepeatingBendingProcessNew"/>
    <dgm:cxn modelId="{5E8B56B7-2F77-4F78-9F18-09237D921473}" type="presOf" srcId="{E2CC9447-2F60-479E-84D6-1BE57A7B136E}" destId="{E94483DF-C684-4F1B-AD50-678FC14485D6}" srcOrd="0" destOrd="0" presId="urn:microsoft.com/office/officeart/2016/7/layout/RepeatingBendingProcessNew"/>
    <dgm:cxn modelId="{0469F0B8-A5D1-42F6-B210-81F51939C10E}" srcId="{FC04E081-A28E-45B0-827E-1C383D99C7E2}" destId="{54F83D0E-45F6-40AC-80DF-FCF848F7B883}" srcOrd="16" destOrd="0" parTransId="{95390D7E-5220-4BDB-AA3C-5CBF0C01F35F}" sibTransId="{375C6985-4239-4964-AD55-F8219C3D80D1}"/>
    <dgm:cxn modelId="{2DDE45BB-877D-4B65-B883-33D185D8D72C}" type="presOf" srcId="{6ECB8147-E436-4D12-BC47-570D6DFF0726}" destId="{D7674E5F-6930-45D2-960E-0C437F5DDF69}" srcOrd="0" destOrd="0" presId="urn:microsoft.com/office/officeart/2016/7/layout/RepeatingBendingProcessNew"/>
    <dgm:cxn modelId="{326930BF-AFA3-4A14-B02D-1377C059E47B}" type="presOf" srcId="{35DAFFE7-72B8-4D8A-8367-4A5825582939}" destId="{19EDCF55-9545-4543-896A-79BB7609C250}" srcOrd="0" destOrd="0" presId="urn:microsoft.com/office/officeart/2016/7/layout/RepeatingBendingProcessNew"/>
    <dgm:cxn modelId="{7E4E6ECA-B395-4D97-8330-DB6D6BDE7D34}" type="presOf" srcId="{0253BBE9-5BEB-4C44-BACD-9339A2ED9662}" destId="{BC1A32E7-9FBC-4F76-8B0D-DCA3CCF973DD}" srcOrd="1" destOrd="0" presId="urn:microsoft.com/office/officeart/2016/7/layout/RepeatingBendingProcessNew"/>
    <dgm:cxn modelId="{AF4FF9CA-A188-4E1A-BE60-7D410C1967F9}" type="presOf" srcId="{FFCDF62F-3410-42BB-862E-FADBEFF98B72}" destId="{E79A8E95-7F8D-4E31-A65B-729616740C06}" srcOrd="0" destOrd="0" presId="urn:microsoft.com/office/officeart/2016/7/layout/RepeatingBendingProcessNew"/>
    <dgm:cxn modelId="{716712CB-7FEB-47D4-8AEC-04099EAB4C7A}" srcId="{FC04E081-A28E-45B0-827E-1C383D99C7E2}" destId="{779281F1-C75B-4C3A-8361-5262777A4019}" srcOrd="1" destOrd="0" parTransId="{8C2895A1-1D4F-48B8-951D-FE1189B2DC11}" sibTransId="{C6122FED-C930-4262-9A91-D88803CA220E}"/>
    <dgm:cxn modelId="{205685D0-80FF-4F69-BA5E-8C4AE9947582}" type="presOf" srcId="{002D1483-5486-407C-BC6C-B28E03F99D00}" destId="{67E6F1B1-FB71-44AA-AEF3-255EC2E9CF34}" srcOrd="0" destOrd="0" presId="urn:microsoft.com/office/officeart/2016/7/layout/RepeatingBendingProcessNew"/>
    <dgm:cxn modelId="{0A9B03D2-B7AA-4FEB-B6FA-367E0434A7BA}" type="presOf" srcId="{91FD9F0E-6159-474F-8D79-56647BF36A1F}" destId="{BFC0B7C1-463C-42A2-AF73-FF35F2F7BBD0}" srcOrd="1" destOrd="0" presId="urn:microsoft.com/office/officeart/2016/7/layout/RepeatingBendingProcessNew"/>
    <dgm:cxn modelId="{9E025FD3-8980-48C9-B1BE-13E4B04A74EF}" type="presOf" srcId="{14B8F858-5406-4148-83C9-46CCA6CAB4FD}" destId="{8C1C0B2B-1525-4ABC-8B93-CD361E35CDDC}" srcOrd="0" destOrd="0" presId="urn:microsoft.com/office/officeart/2016/7/layout/RepeatingBendingProcessNew"/>
    <dgm:cxn modelId="{DC2568D4-EA93-425E-9B6F-7AFD6586EA67}" srcId="{FC04E081-A28E-45B0-827E-1C383D99C7E2}" destId="{BEF33B54-9587-4460-B77E-BF914D67CB17}" srcOrd="12" destOrd="0" parTransId="{71860E61-E058-4F0C-91FE-ADE7796E6C1D}" sibTransId="{1824E6B4-B817-47E1-A492-C8488CAAA435}"/>
    <dgm:cxn modelId="{209948D4-C347-4547-A291-C043980FF0E4}" srcId="{FC04E081-A28E-45B0-827E-1C383D99C7E2}" destId="{D71334AD-C8DF-45BF-BE78-D258B0AAA400}" srcOrd="8" destOrd="0" parTransId="{D55284F9-06A2-4B52-BBCC-E568FF2363CC}" sibTransId="{788C1761-6648-4D8F-B3EC-59AD97955E1C}"/>
    <dgm:cxn modelId="{63D270D7-2EF1-429D-819F-C92AFDF8CB5B}" type="presOf" srcId="{A7AB09D9-C35F-4218-9939-7E540AD2F21A}" destId="{2DD4E566-445E-4814-B220-8B2D3FB195B4}" srcOrd="1" destOrd="0" presId="urn:microsoft.com/office/officeart/2016/7/layout/RepeatingBendingProcessNew"/>
    <dgm:cxn modelId="{04D3FEDC-EE02-4EFA-AD3C-C3B887A3777A}" type="presOf" srcId="{9BCDEE45-0B31-4EBD-9F99-1D61DB3CED17}" destId="{5FC1C0A9-D882-4519-AFEF-ADE910C48FC4}" srcOrd="0" destOrd="0" presId="urn:microsoft.com/office/officeart/2016/7/layout/RepeatingBendingProcessNew"/>
    <dgm:cxn modelId="{F11EEEE0-AB6E-4DF7-8681-CDCAEB20044B}" type="presOf" srcId="{FFCDF62F-3410-42BB-862E-FADBEFF98B72}" destId="{B8D87E10-9D8A-4A46-B53A-7555F042E179}" srcOrd="1" destOrd="0" presId="urn:microsoft.com/office/officeart/2016/7/layout/RepeatingBendingProcessNew"/>
    <dgm:cxn modelId="{76863DE3-419F-438C-8A02-1557F4F78A24}" type="presOf" srcId="{563B6098-2568-445C-83EF-8C06BA4F3254}" destId="{31BF12F1-1FEC-422C-9DFF-7AAD63886AC9}" srcOrd="0" destOrd="0" presId="urn:microsoft.com/office/officeart/2016/7/layout/RepeatingBendingProcessNew"/>
    <dgm:cxn modelId="{0F63E1E3-520B-46EE-8C6E-165A1B310254}" srcId="{FC04E081-A28E-45B0-827E-1C383D99C7E2}" destId="{6ECB8147-E436-4D12-BC47-570D6DFF0726}" srcOrd="9" destOrd="0" parTransId="{E594AD99-539F-4BC1-B548-34D8084AE551}" sibTransId="{FFCDF62F-3410-42BB-862E-FADBEFF98B72}"/>
    <dgm:cxn modelId="{796BE6E3-EA61-487F-83A9-F876FC17E509}" type="presOf" srcId="{E5231BED-A812-4C0B-B663-59E06BF97F48}" destId="{8F7DF05D-AF92-48B5-AEE1-EF5AD2B02090}" srcOrd="1" destOrd="0" presId="urn:microsoft.com/office/officeart/2016/7/layout/RepeatingBendingProcessNew"/>
    <dgm:cxn modelId="{9F705CE7-E7BC-4953-8B3A-CD13FB349EAD}" type="presOf" srcId="{E2CC9447-2F60-479E-84D6-1BE57A7B136E}" destId="{306AD2F8-CEDB-4A04-BC55-5DB573964091}" srcOrd="1" destOrd="0" presId="urn:microsoft.com/office/officeart/2016/7/layout/RepeatingBendingProcessNew"/>
    <dgm:cxn modelId="{80F85AE8-C58E-4613-8D34-7172BD07C6DA}" type="presOf" srcId="{EC87F458-0CCE-4018-A153-54DBF6EC5731}" destId="{DBFC3346-C94B-4746-82F4-7A5BBA6EDC85}" srcOrd="0" destOrd="0" presId="urn:microsoft.com/office/officeart/2016/7/layout/RepeatingBendingProcessNew"/>
    <dgm:cxn modelId="{32BB1AE9-17B8-48FB-85A9-2221B15A79E4}" type="presOf" srcId="{52180A66-42E0-4347-8707-FAB9A3035A57}" destId="{1EE7AEA5-9CE8-443D-A0C2-3ADD6DA858DD}" srcOrd="0" destOrd="0" presId="urn:microsoft.com/office/officeart/2016/7/layout/RepeatingBendingProcessNew"/>
    <dgm:cxn modelId="{E58204EA-2BBB-4AD1-8422-C50046E192AC}" type="presOf" srcId="{9333BB8C-6FA9-4A24-8890-DA23A1BFFDE9}" destId="{3C8071F1-5F52-4059-B55A-9A0AA3353AB3}" srcOrd="1" destOrd="0" presId="urn:microsoft.com/office/officeart/2016/7/layout/RepeatingBendingProcessNew"/>
    <dgm:cxn modelId="{A8884FEA-9E01-45D0-874D-2427C47DEE19}" type="presOf" srcId="{FC04E081-A28E-45B0-827E-1C383D99C7E2}" destId="{97FCF6D8-F4CE-4260-BBBA-6FD2471413AA}" srcOrd="0" destOrd="0" presId="urn:microsoft.com/office/officeart/2016/7/layout/RepeatingBendingProcessNew"/>
    <dgm:cxn modelId="{8AC2C1EB-4744-479B-BED9-52F43E3297D8}" type="presOf" srcId="{8EB651A3-2301-40B6-AEE9-751F00439140}" destId="{93FEA59E-8383-46BA-BEE5-1C9E64991F56}" srcOrd="1" destOrd="0" presId="urn:microsoft.com/office/officeart/2016/7/layout/RepeatingBendingProcessNew"/>
    <dgm:cxn modelId="{C3D616F5-455E-4208-A1D2-964F8A5B22BE}" srcId="{FC04E081-A28E-45B0-827E-1C383D99C7E2}" destId="{B5C8CDDC-13F4-44A9-AB46-F07D61190D1A}" srcOrd="20" destOrd="0" parTransId="{8A969366-AE1C-4FB0-B8E3-8A40E268B49C}" sibTransId="{CFDE56E7-0E7C-4EC8-A655-09923B41AD2C}"/>
    <dgm:cxn modelId="{1F2181F6-64C0-46D4-BF15-1E11695F4B62}" type="presOf" srcId="{5D42798B-54DF-409F-A3FC-E29A510B48C8}" destId="{3C1F1284-E574-4A4C-A913-C697DB3F6462}" srcOrd="0" destOrd="0" presId="urn:microsoft.com/office/officeart/2016/7/layout/RepeatingBendingProcessNew"/>
    <dgm:cxn modelId="{D69FB5F6-B4DC-49E4-B5A9-3C34B7FF3BD2}" type="presOf" srcId="{2863CBE7-E272-4CF7-9526-3BD9AD650CE7}" destId="{940C30D4-A7A1-4E30-9DDE-BB214598669B}" srcOrd="0" destOrd="0" presId="urn:microsoft.com/office/officeart/2016/7/layout/RepeatingBendingProcessNew"/>
    <dgm:cxn modelId="{EBD20CF7-1DDD-49D9-9F99-963123DE37A4}" srcId="{FC04E081-A28E-45B0-827E-1C383D99C7E2}" destId="{76F5371D-CC48-4A2A-89C1-394B1D6C302C}" srcOrd="17" destOrd="0" parTransId="{AEB2606A-F1E8-45FF-9E4F-4405909926DA}" sibTransId="{91FD9F0E-6159-474F-8D79-56647BF36A1F}"/>
    <dgm:cxn modelId="{1AAD6DF8-6F71-4738-9787-463C751F3258}" type="presOf" srcId="{1824E6B4-B817-47E1-A492-C8488CAAA435}" destId="{68E9B8EB-1D5D-43C4-AE35-AD3B855CC9D7}" srcOrd="1" destOrd="0" presId="urn:microsoft.com/office/officeart/2016/7/layout/RepeatingBendingProcessNew"/>
    <dgm:cxn modelId="{86CCA381-FBE8-43DA-B5B6-15B0ABD44150}" type="presParOf" srcId="{97FCF6D8-F4CE-4260-BBBA-6FD2471413AA}" destId="{9BBF7176-129C-427E-B9A5-6CE1D551E637}" srcOrd="0" destOrd="0" presId="urn:microsoft.com/office/officeart/2016/7/layout/RepeatingBendingProcessNew"/>
    <dgm:cxn modelId="{21BFE966-BEC0-4A48-935E-0E033421994E}" type="presParOf" srcId="{97FCF6D8-F4CE-4260-BBBA-6FD2471413AA}" destId="{E6732E87-D1F2-478A-9CB7-F3697237411C}" srcOrd="1" destOrd="0" presId="urn:microsoft.com/office/officeart/2016/7/layout/RepeatingBendingProcessNew"/>
    <dgm:cxn modelId="{C7B3D85B-61C0-4E09-B4C3-B2420A3E48E4}" type="presParOf" srcId="{E6732E87-D1F2-478A-9CB7-F3697237411C}" destId="{824B2DEB-5A02-4147-9C6B-7F75DD0C2EC3}" srcOrd="0" destOrd="0" presId="urn:microsoft.com/office/officeart/2016/7/layout/RepeatingBendingProcessNew"/>
    <dgm:cxn modelId="{FE062B28-30F5-4FAE-8398-8CA68A0CDC70}" type="presParOf" srcId="{97FCF6D8-F4CE-4260-BBBA-6FD2471413AA}" destId="{25264D24-F8B5-4BDF-B1D6-8E527D060D56}" srcOrd="2" destOrd="0" presId="urn:microsoft.com/office/officeart/2016/7/layout/RepeatingBendingProcessNew"/>
    <dgm:cxn modelId="{C1E28417-D07E-4138-95A3-1F02966C78F4}" type="presParOf" srcId="{97FCF6D8-F4CE-4260-BBBA-6FD2471413AA}" destId="{EC0374E4-74BB-4CC9-A53C-3E34251F0143}" srcOrd="3" destOrd="0" presId="urn:microsoft.com/office/officeart/2016/7/layout/RepeatingBendingProcessNew"/>
    <dgm:cxn modelId="{8262A628-A3AD-45FC-ACB5-994EB6ADAA84}" type="presParOf" srcId="{EC0374E4-74BB-4CC9-A53C-3E34251F0143}" destId="{E1C412F1-1648-4CED-ACF5-244FE7FF630E}" srcOrd="0" destOrd="0" presId="urn:microsoft.com/office/officeart/2016/7/layout/RepeatingBendingProcessNew"/>
    <dgm:cxn modelId="{77103A70-24F4-48DB-B4F6-E2403966C9F7}" type="presParOf" srcId="{97FCF6D8-F4CE-4260-BBBA-6FD2471413AA}" destId="{DBFC3346-C94B-4746-82F4-7A5BBA6EDC85}" srcOrd="4" destOrd="0" presId="urn:microsoft.com/office/officeart/2016/7/layout/RepeatingBendingProcessNew"/>
    <dgm:cxn modelId="{33F6988F-7954-444C-B5DE-36033D6041F3}" type="presParOf" srcId="{97FCF6D8-F4CE-4260-BBBA-6FD2471413AA}" destId="{3C1F1284-E574-4A4C-A913-C697DB3F6462}" srcOrd="5" destOrd="0" presId="urn:microsoft.com/office/officeart/2016/7/layout/RepeatingBendingProcessNew"/>
    <dgm:cxn modelId="{AE27E924-05C0-44E3-AA34-8E4AA1508CB1}" type="presParOf" srcId="{3C1F1284-E574-4A4C-A913-C697DB3F6462}" destId="{D68662AB-3FFB-4F36-BB34-1BE9E70D7BF1}" srcOrd="0" destOrd="0" presId="urn:microsoft.com/office/officeart/2016/7/layout/RepeatingBendingProcessNew"/>
    <dgm:cxn modelId="{3BF02D15-B289-4235-B6CF-AE5F8164E5FE}" type="presParOf" srcId="{97FCF6D8-F4CE-4260-BBBA-6FD2471413AA}" destId="{940C30D4-A7A1-4E30-9DDE-BB214598669B}" srcOrd="6" destOrd="0" presId="urn:microsoft.com/office/officeart/2016/7/layout/RepeatingBendingProcessNew"/>
    <dgm:cxn modelId="{ADB5B903-678B-4E1D-A312-23442C1719C7}" type="presParOf" srcId="{97FCF6D8-F4CE-4260-BBBA-6FD2471413AA}" destId="{96C492BE-ADCB-48C3-BC4F-4FBCEC07AF07}" srcOrd="7" destOrd="0" presId="urn:microsoft.com/office/officeart/2016/7/layout/RepeatingBendingProcessNew"/>
    <dgm:cxn modelId="{71E8D9B6-4AF1-486F-8867-D4BE6E432B48}" type="presParOf" srcId="{96C492BE-ADCB-48C3-BC4F-4FBCEC07AF07}" destId="{8F7DF05D-AF92-48B5-AEE1-EF5AD2B02090}" srcOrd="0" destOrd="0" presId="urn:microsoft.com/office/officeart/2016/7/layout/RepeatingBendingProcessNew"/>
    <dgm:cxn modelId="{1940466B-5949-4326-99CA-01C5B6C94631}" type="presParOf" srcId="{97FCF6D8-F4CE-4260-BBBA-6FD2471413AA}" destId="{19EDCF55-9545-4543-896A-79BB7609C250}" srcOrd="8" destOrd="0" presId="urn:microsoft.com/office/officeart/2016/7/layout/RepeatingBendingProcessNew"/>
    <dgm:cxn modelId="{468EFA40-C1FC-4F59-B880-C226A83DBC63}" type="presParOf" srcId="{97FCF6D8-F4CE-4260-BBBA-6FD2471413AA}" destId="{5FC1C0A9-D882-4519-AFEF-ADE910C48FC4}" srcOrd="9" destOrd="0" presId="urn:microsoft.com/office/officeart/2016/7/layout/RepeatingBendingProcessNew"/>
    <dgm:cxn modelId="{73D5B28A-33BD-4C91-A295-AD62F15CAC43}" type="presParOf" srcId="{5FC1C0A9-D882-4519-AFEF-ADE910C48FC4}" destId="{E505F49E-405B-48B3-99DF-66FFD9034203}" srcOrd="0" destOrd="0" presId="urn:microsoft.com/office/officeart/2016/7/layout/RepeatingBendingProcessNew"/>
    <dgm:cxn modelId="{9E3F8288-6C31-4DB2-89C4-AB675C50B2FB}" type="presParOf" srcId="{97FCF6D8-F4CE-4260-BBBA-6FD2471413AA}" destId="{D8CAA41F-0EF4-4817-90E4-4ED1AEFB6812}" srcOrd="10" destOrd="0" presId="urn:microsoft.com/office/officeart/2016/7/layout/RepeatingBendingProcessNew"/>
    <dgm:cxn modelId="{3AF50306-337A-4CC3-95F4-9839712B5FFD}" type="presParOf" srcId="{97FCF6D8-F4CE-4260-BBBA-6FD2471413AA}" destId="{2F94192A-B1BF-4C69-B1AA-3227A97A6E5B}" srcOrd="11" destOrd="0" presId="urn:microsoft.com/office/officeart/2016/7/layout/RepeatingBendingProcessNew"/>
    <dgm:cxn modelId="{D3F1590F-0EAF-4075-A3F9-4D685D945FE5}" type="presParOf" srcId="{2F94192A-B1BF-4C69-B1AA-3227A97A6E5B}" destId="{2DD4E566-445E-4814-B220-8B2D3FB195B4}" srcOrd="0" destOrd="0" presId="urn:microsoft.com/office/officeart/2016/7/layout/RepeatingBendingProcessNew"/>
    <dgm:cxn modelId="{D89FA935-957F-4F55-B76E-E6C5CA124904}" type="presParOf" srcId="{97FCF6D8-F4CE-4260-BBBA-6FD2471413AA}" destId="{9DC6FB2A-1ED4-45EC-A5B5-CC504F7DB564}" srcOrd="12" destOrd="0" presId="urn:microsoft.com/office/officeart/2016/7/layout/RepeatingBendingProcessNew"/>
    <dgm:cxn modelId="{DE1997E7-74DE-4774-9CDD-B5283596E04B}" type="presParOf" srcId="{97FCF6D8-F4CE-4260-BBBA-6FD2471413AA}" destId="{2CE0A8BB-D710-40A6-99B4-BBF3571FA1C2}" srcOrd="13" destOrd="0" presId="urn:microsoft.com/office/officeart/2016/7/layout/RepeatingBendingProcessNew"/>
    <dgm:cxn modelId="{D11E0058-719D-4624-9B7F-293A8B3D7C99}" type="presParOf" srcId="{2CE0A8BB-D710-40A6-99B4-BBF3571FA1C2}" destId="{3C8071F1-5F52-4059-B55A-9A0AA3353AB3}" srcOrd="0" destOrd="0" presId="urn:microsoft.com/office/officeart/2016/7/layout/RepeatingBendingProcessNew"/>
    <dgm:cxn modelId="{00109F22-60D9-4857-813B-E45C91214962}" type="presParOf" srcId="{97FCF6D8-F4CE-4260-BBBA-6FD2471413AA}" destId="{56D29B32-D39C-4944-86EC-0470E76F9E49}" srcOrd="14" destOrd="0" presId="urn:microsoft.com/office/officeart/2016/7/layout/RepeatingBendingProcessNew"/>
    <dgm:cxn modelId="{DAE0F10F-7C55-4A57-ABB5-9DCB363638D4}" type="presParOf" srcId="{97FCF6D8-F4CE-4260-BBBA-6FD2471413AA}" destId="{A14896E7-5E04-405E-B8C2-F9151997ABBD}" srcOrd="15" destOrd="0" presId="urn:microsoft.com/office/officeart/2016/7/layout/RepeatingBendingProcessNew"/>
    <dgm:cxn modelId="{2DE597DE-633A-4763-B11E-3F5A79C19A5C}" type="presParOf" srcId="{A14896E7-5E04-405E-B8C2-F9151997ABBD}" destId="{F54B8C0B-66F1-4DE8-9FDF-F99F94482FA4}" srcOrd="0" destOrd="0" presId="urn:microsoft.com/office/officeart/2016/7/layout/RepeatingBendingProcessNew"/>
    <dgm:cxn modelId="{DEDB5E6D-81BD-4673-9E95-13F876C8614B}" type="presParOf" srcId="{97FCF6D8-F4CE-4260-BBBA-6FD2471413AA}" destId="{1AEE4742-158D-4238-A296-2E5153B108EF}" srcOrd="16" destOrd="0" presId="urn:microsoft.com/office/officeart/2016/7/layout/RepeatingBendingProcessNew"/>
    <dgm:cxn modelId="{5279A01E-B896-4459-8E79-119B2CBE87E9}" type="presParOf" srcId="{97FCF6D8-F4CE-4260-BBBA-6FD2471413AA}" destId="{A16B3F5A-5A6B-4A0D-B7EE-620CBDF51102}" srcOrd="17" destOrd="0" presId="urn:microsoft.com/office/officeart/2016/7/layout/RepeatingBendingProcessNew"/>
    <dgm:cxn modelId="{7D4742D5-DBB6-43FC-8290-48C948EDDB6F}" type="presParOf" srcId="{A16B3F5A-5A6B-4A0D-B7EE-620CBDF51102}" destId="{88F9DD73-587F-42FE-BD7E-31F10DA54EDB}" srcOrd="0" destOrd="0" presId="urn:microsoft.com/office/officeart/2016/7/layout/RepeatingBendingProcessNew"/>
    <dgm:cxn modelId="{1407747D-D3AB-45F9-B870-9BDCD9800688}" type="presParOf" srcId="{97FCF6D8-F4CE-4260-BBBA-6FD2471413AA}" destId="{D7674E5F-6930-45D2-960E-0C437F5DDF69}" srcOrd="18" destOrd="0" presId="urn:microsoft.com/office/officeart/2016/7/layout/RepeatingBendingProcessNew"/>
    <dgm:cxn modelId="{C8CA3A36-D92A-4B0A-B0E6-E87F57BA2456}" type="presParOf" srcId="{97FCF6D8-F4CE-4260-BBBA-6FD2471413AA}" destId="{E79A8E95-7F8D-4E31-A65B-729616740C06}" srcOrd="19" destOrd="0" presId="urn:microsoft.com/office/officeart/2016/7/layout/RepeatingBendingProcessNew"/>
    <dgm:cxn modelId="{A0A3655E-6F0D-4B10-9164-22F105B54EC4}" type="presParOf" srcId="{E79A8E95-7F8D-4E31-A65B-729616740C06}" destId="{B8D87E10-9D8A-4A46-B53A-7555F042E179}" srcOrd="0" destOrd="0" presId="urn:microsoft.com/office/officeart/2016/7/layout/RepeatingBendingProcessNew"/>
    <dgm:cxn modelId="{4E244AA8-A8A9-47E3-9275-49F542EDE200}" type="presParOf" srcId="{97FCF6D8-F4CE-4260-BBBA-6FD2471413AA}" destId="{4414E39F-CE2A-45BA-BFEA-FAC337072EA3}" srcOrd="20" destOrd="0" presId="urn:microsoft.com/office/officeart/2016/7/layout/RepeatingBendingProcessNew"/>
    <dgm:cxn modelId="{C0CC4A5E-B68E-4E8D-B289-BC1D38053361}" type="presParOf" srcId="{97FCF6D8-F4CE-4260-BBBA-6FD2471413AA}" destId="{492B366B-1C1E-4D21-91DF-FACA9715EEE1}" srcOrd="21" destOrd="0" presId="urn:microsoft.com/office/officeart/2016/7/layout/RepeatingBendingProcessNew"/>
    <dgm:cxn modelId="{B840219B-82E1-45EA-BB16-04B80CBECC26}" type="presParOf" srcId="{492B366B-1C1E-4D21-91DF-FACA9715EEE1}" destId="{17E911F8-902C-41E5-B933-94C302B20A1D}" srcOrd="0" destOrd="0" presId="urn:microsoft.com/office/officeart/2016/7/layout/RepeatingBendingProcessNew"/>
    <dgm:cxn modelId="{F8373DA9-1AD4-4E06-AEE5-3AC86194BEE6}" type="presParOf" srcId="{97FCF6D8-F4CE-4260-BBBA-6FD2471413AA}" destId="{2A3DEC41-641B-4C10-97DE-DEDD1B8B613D}" srcOrd="22" destOrd="0" presId="urn:microsoft.com/office/officeart/2016/7/layout/RepeatingBendingProcessNew"/>
    <dgm:cxn modelId="{3E8EC365-E893-494D-B698-E04ACB988079}" type="presParOf" srcId="{97FCF6D8-F4CE-4260-BBBA-6FD2471413AA}" destId="{A6F73457-0BC9-447D-8ECA-9D39A65E1ABE}" srcOrd="23" destOrd="0" presId="urn:microsoft.com/office/officeart/2016/7/layout/RepeatingBendingProcessNew"/>
    <dgm:cxn modelId="{DB067E54-6C0B-4F89-9CB2-6D98EB7838B4}" type="presParOf" srcId="{A6F73457-0BC9-447D-8ECA-9D39A65E1ABE}" destId="{15121558-196C-4070-AF3A-BB726D063746}" srcOrd="0" destOrd="0" presId="urn:microsoft.com/office/officeart/2016/7/layout/RepeatingBendingProcessNew"/>
    <dgm:cxn modelId="{D00C5746-4F33-453E-85E8-455B524604B2}" type="presParOf" srcId="{97FCF6D8-F4CE-4260-BBBA-6FD2471413AA}" destId="{7291D9E8-BCA0-4641-A742-966875233590}" srcOrd="24" destOrd="0" presId="urn:microsoft.com/office/officeart/2016/7/layout/RepeatingBendingProcessNew"/>
    <dgm:cxn modelId="{7FCC371B-C28B-4A7A-B910-9A7B1553D4BE}" type="presParOf" srcId="{97FCF6D8-F4CE-4260-BBBA-6FD2471413AA}" destId="{BC0D752E-4CCA-402B-9B61-3FDB2B5CB0CE}" srcOrd="25" destOrd="0" presId="urn:microsoft.com/office/officeart/2016/7/layout/RepeatingBendingProcessNew"/>
    <dgm:cxn modelId="{2B7A5BA2-F54F-4D2D-A409-97E813341229}" type="presParOf" srcId="{BC0D752E-4CCA-402B-9B61-3FDB2B5CB0CE}" destId="{68E9B8EB-1D5D-43C4-AE35-AD3B855CC9D7}" srcOrd="0" destOrd="0" presId="urn:microsoft.com/office/officeart/2016/7/layout/RepeatingBendingProcessNew"/>
    <dgm:cxn modelId="{4686598D-3794-4B08-95F8-D57100D3CF88}" type="presParOf" srcId="{97FCF6D8-F4CE-4260-BBBA-6FD2471413AA}" destId="{8C1C0B2B-1525-4ABC-8B93-CD361E35CDDC}" srcOrd="26" destOrd="0" presId="urn:microsoft.com/office/officeart/2016/7/layout/RepeatingBendingProcessNew"/>
    <dgm:cxn modelId="{ABEB379E-370A-40B6-B234-2E65894239D1}" type="presParOf" srcId="{97FCF6D8-F4CE-4260-BBBA-6FD2471413AA}" destId="{31BF12F1-1FEC-422C-9DFF-7AAD63886AC9}" srcOrd="27" destOrd="0" presId="urn:microsoft.com/office/officeart/2016/7/layout/RepeatingBendingProcessNew"/>
    <dgm:cxn modelId="{E72B7D25-7DC7-4C29-947C-1A2F88F70711}" type="presParOf" srcId="{31BF12F1-1FEC-422C-9DFF-7AAD63886AC9}" destId="{1A531395-B0B3-400D-A672-5A319275AB38}" srcOrd="0" destOrd="0" presId="urn:microsoft.com/office/officeart/2016/7/layout/RepeatingBendingProcessNew"/>
    <dgm:cxn modelId="{BABC03D6-8F75-4891-BFC0-5D798F6231A6}" type="presParOf" srcId="{97FCF6D8-F4CE-4260-BBBA-6FD2471413AA}" destId="{1EE7AEA5-9CE8-443D-A0C2-3ADD6DA858DD}" srcOrd="28" destOrd="0" presId="urn:microsoft.com/office/officeart/2016/7/layout/RepeatingBendingProcessNew"/>
    <dgm:cxn modelId="{9A542904-FA87-4459-9F37-752196E4719D}" type="presParOf" srcId="{97FCF6D8-F4CE-4260-BBBA-6FD2471413AA}" destId="{E94483DF-C684-4F1B-AD50-678FC14485D6}" srcOrd="29" destOrd="0" presId="urn:microsoft.com/office/officeart/2016/7/layout/RepeatingBendingProcessNew"/>
    <dgm:cxn modelId="{3ACA6EF4-211C-47D5-8659-97F93B5E1B61}" type="presParOf" srcId="{E94483DF-C684-4F1B-AD50-678FC14485D6}" destId="{306AD2F8-CEDB-4A04-BC55-5DB573964091}" srcOrd="0" destOrd="0" presId="urn:microsoft.com/office/officeart/2016/7/layout/RepeatingBendingProcessNew"/>
    <dgm:cxn modelId="{C4F4B62A-FA90-4445-A80B-EAE60EC49347}" type="presParOf" srcId="{97FCF6D8-F4CE-4260-BBBA-6FD2471413AA}" destId="{48BD75CC-B0C9-4329-B431-0C35FC52C5EF}" srcOrd="30" destOrd="0" presId="urn:microsoft.com/office/officeart/2016/7/layout/RepeatingBendingProcessNew"/>
    <dgm:cxn modelId="{6A95E9CF-9B6F-44CF-92A8-97BA72F87C49}" type="presParOf" srcId="{97FCF6D8-F4CE-4260-BBBA-6FD2471413AA}" destId="{C8B2B303-7252-4FD1-8179-AB447435B2E6}" srcOrd="31" destOrd="0" presId="urn:microsoft.com/office/officeart/2016/7/layout/RepeatingBendingProcessNew"/>
    <dgm:cxn modelId="{7BCC4D93-772A-4F52-AC94-C5D2DB976916}" type="presParOf" srcId="{C8B2B303-7252-4FD1-8179-AB447435B2E6}" destId="{93FEA59E-8383-46BA-BEE5-1C9E64991F56}" srcOrd="0" destOrd="0" presId="urn:microsoft.com/office/officeart/2016/7/layout/RepeatingBendingProcessNew"/>
    <dgm:cxn modelId="{89332DB0-6255-4C5A-8D23-9C706E95D76D}" type="presParOf" srcId="{97FCF6D8-F4CE-4260-BBBA-6FD2471413AA}" destId="{67DFE846-CD4A-4480-A341-CAF7CBBE6842}" srcOrd="32" destOrd="0" presId="urn:microsoft.com/office/officeart/2016/7/layout/RepeatingBendingProcessNew"/>
    <dgm:cxn modelId="{89ABD4E7-5AAD-4DDB-9D25-55734884BA6E}" type="presParOf" srcId="{97FCF6D8-F4CE-4260-BBBA-6FD2471413AA}" destId="{E832F2DA-045B-47AD-9B21-5EE654FE37CD}" srcOrd="33" destOrd="0" presId="urn:microsoft.com/office/officeart/2016/7/layout/RepeatingBendingProcessNew"/>
    <dgm:cxn modelId="{F40A5B66-C506-43AF-BCCE-4AF2162FE12E}" type="presParOf" srcId="{E832F2DA-045B-47AD-9B21-5EE654FE37CD}" destId="{CFE3F07E-384F-4EAB-9A79-15045A5BEDD5}" srcOrd="0" destOrd="0" presId="urn:microsoft.com/office/officeart/2016/7/layout/RepeatingBendingProcessNew"/>
    <dgm:cxn modelId="{7460B8C5-6000-4B15-942C-EB4619D4A56F}" type="presParOf" srcId="{97FCF6D8-F4CE-4260-BBBA-6FD2471413AA}" destId="{1071D835-9E3C-4922-9899-B7FFF75353FC}" srcOrd="34" destOrd="0" presId="urn:microsoft.com/office/officeart/2016/7/layout/RepeatingBendingProcessNew"/>
    <dgm:cxn modelId="{23E0043B-220A-46F5-9A71-F3CAD91707F1}" type="presParOf" srcId="{97FCF6D8-F4CE-4260-BBBA-6FD2471413AA}" destId="{E0159664-91D1-47E8-BB60-C89D3D4CA752}" srcOrd="35" destOrd="0" presId="urn:microsoft.com/office/officeart/2016/7/layout/RepeatingBendingProcessNew"/>
    <dgm:cxn modelId="{C393F3AA-26AB-4B8E-9F0E-0BD1BF64938B}" type="presParOf" srcId="{E0159664-91D1-47E8-BB60-C89D3D4CA752}" destId="{BFC0B7C1-463C-42A2-AF73-FF35F2F7BBD0}" srcOrd="0" destOrd="0" presId="urn:microsoft.com/office/officeart/2016/7/layout/RepeatingBendingProcessNew"/>
    <dgm:cxn modelId="{3502E225-6145-4BED-9AE2-C58EBB29EED3}" type="presParOf" srcId="{97FCF6D8-F4CE-4260-BBBA-6FD2471413AA}" destId="{67E6F1B1-FB71-44AA-AEF3-255EC2E9CF34}" srcOrd="36" destOrd="0" presId="urn:microsoft.com/office/officeart/2016/7/layout/RepeatingBendingProcessNew"/>
    <dgm:cxn modelId="{F96B4205-4907-4DC5-8F68-0C479F3E265D}" type="presParOf" srcId="{97FCF6D8-F4CE-4260-BBBA-6FD2471413AA}" destId="{B0CB41BD-9CAD-482B-945E-15D9BCC1C938}" srcOrd="37" destOrd="0" presId="urn:microsoft.com/office/officeart/2016/7/layout/RepeatingBendingProcessNew"/>
    <dgm:cxn modelId="{8124A216-CDE7-4CBA-8845-982B5FDAB7FA}" type="presParOf" srcId="{B0CB41BD-9CAD-482B-945E-15D9BCC1C938}" destId="{BC1A32E7-9FBC-4F76-8B0D-DCA3CCF973DD}" srcOrd="0" destOrd="0" presId="urn:microsoft.com/office/officeart/2016/7/layout/RepeatingBendingProcessNew"/>
    <dgm:cxn modelId="{2A8D0182-CE76-41D3-9B91-9E4B4DE4F080}" type="presParOf" srcId="{97FCF6D8-F4CE-4260-BBBA-6FD2471413AA}" destId="{FE74D735-4CA8-41F6-A9DC-4C360A8AFB6F}" srcOrd="38" destOrd="0" presId="urn:microsoft.com/office/officeart/2016/7/layout/RepeatingBendingProcessNew"/>
    <dgm:cxn modelId="{F014D8DB-0EEC-4812-97CD-8EDA8128BCE5}" type="presParOf" srcId="{97FCF6D8-F4CE-4260-BBBA-6FD2471413AA}" destId="{0D8C7A74-CCF8-48DC-AC24-CAC274308281}" srcOrd="39" destOrd="0" presId="urn:microsoft.com/office/officeart/2016/7/layout/RepeatingBendingProcessNew"/>
    <dgm:cxn modelId="{D78BB271-F218-42E4-9BC8-72299C864110}" type="presParOf" srcId="{0D8C7A74-CCF8-48DC-AC24-CAC274308281}" destId="{DF47F2A1-0F6B-4CE1-9C74-BE4E5154B640}" srcOrd="0" destOrd="0" presId="urn:microsoft.com/office/officeart/2016/7/layout/RepeatingBendingProcessNew"/>
    <dgm:cxn modelId="{67460C13-86B6-4723-9B6E-151D86E58166}" type="presParOf" srcId="{97FCF6D8-F4CE-4260-BBBA-6FD2471413AA}" destId="{E43867E0-4840-427A-B4A1-0484DE306B76}" srcOrd="4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732E87-D1F2-478A-9CB7-F3697237411C}">
      <dsp:nvSpPr>
        <dsp:cNvPr id="0" name=""/>
        <dsp:cNvSpPr/>
      </dsp:nvSpPr>
      <dsp:spPr>
        <a:xfrm>
          <a:off x="1271809" y="493592"/>
          <a:ext cx="261621" cy="91440"/>
        </a:xfrm>
        <a:custGeom>
          <a:avLst/>
          <a:gdLst/>
          <a:ahLst/>
          <a:cxnLst/>
          <a:rect l="0" t="0" r="0" b="0"/>
          <a:pathLst>
            <a:path>
              <a:moveTo>
                <a:pt x="0" y="45720"/>
              </a:moveTo>
              <a:lnTo>
                <a:pt x="261621"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95314" y="537851"/>
        <a:ext cx="14611" cy="2922"/>
      </dsp:txXfrm>
    </dsp:sp>
    <dsp:sp modelId="{9BBF7176-129C-427E-B9A5-6CE1D551E637}">
      <dsp:nvSpPr>
        <dsp:cNvPr id="0" name=""/>
        <dsp:cNvSpPr/>
      </dsp:nvSpPr>
      <dsp:spPr>
        <a:xfrm>
          <a:off x="3082" y="158153"/>
          <a:ext cx="1270527" cy="762316"/>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b="1" kern="1200"/>
            <a:t>1. Identify Assets</a:t>
          </a:r>
          <a:endParaRPr lang="en-US" sz="1300" kern="1200"/>
        </a:p>
      </dsp:txBody>
      <dsp:txXfrm>
        <a:off x="3082" y="158153"/>
        <a:ext cx="1270527" cy="762316"/>
      </dsp:txXfrm>
    </dsp:sp>
    <dsp:sp modelId="{EC0374E4-74BB-4CC9-A53C-3E34251F0143}">
      <dsp:nvSpPr>
        <dsp:cNvPr id="0" name=""/>
        <dsp:cNvSpPr/>
      </dsp:nvSpPr>
      <dsp:spPr>
        <a:xfrm>
          <a:off x="2834558" y="493592"/>
          <a:ext cx="261621" cy="91440"/>
        </a:xfrm>
        <a:custGeom>
          <a:avLst/>
          <a:gdLst/>
          <a:ahLst/>
          <a:cxnLst/>
          <a:rect l="0" t="0" r="0" b="0"/>
          <a:pathLst>
            <a:path>
              <a:moveTo>
                <a:pt x="0" y="45720"/>
              </a:moveTo>
              <a:lnTo>
                <a:pt x="261621" y="45720"/>
              </a:lnTo>
            </a:path>
          </a:pathLst>
        </a:custGeom>
        <a:noFill/>
        <a:ln w="6350" cap="flat" cmpd="sng" algn="ctr">
          <a:solidFill>
            <a:schemeClr val="accent5">
              <a:hueOff val="110435"/>
              <a:satOff val="5"/>
              <a:lumOff val="-1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58063" y="537851"/>
        <a:ext cx="14611" cy="2922"/>
      </dsp:txXfrm>
    </dsp:sp>
    <dsp:sp modelId="{25264D24-F8B5-4BDF-B1D6-8E527D060D56}">
      <dsp:nvSpPr>
        <dsp:cNvPr id="0" name=""/>
        <dsp:cNvSpPr/>
      </dsp:nvSpPr>
      <dsp:spPr>
        <a:xfrm>
          <a:off x="1565830" y="158153"/>
          <a:ext cx="1270527" cy="762316"/>
        </a:xfrm>
        <a:prstGeom prst="rect">
          <a:avLst/>
        </a:prstGeom>
        <a:solidFill>
          <a:schemeClr val="accent5">
            <a:hueOff val="104913"/>
            <a:satOff val="5"/>
            <a:lumOff val="-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List assets (data, systems)</a:t>
          </a:r>
        </a:p>
      </dsp:txBody>
      <dsp:txXfrm>
        <a:off x="1565830" y="158153"/>
        <a:ext cx="1270527" cy="762316"/>
      </dsp:txXfrm>
    </dsp:sp>
    <dsp:sp modelId="{3C1F1284-E574-4A4C-A913-C697DB3F6462}">
      <dsp:nvSpPr>
        <dsp:cNvPr id="0" name=""/>
        <dsp:cNvSpPr/>
      </dsp:nvSpPr>
      <dsp:spPr>
        <a:xfrm>
          <a:off x="4397306" y="493592"/>
          <a:ext cx="261621" cy="91440"/>
        </a:xfrm>
        <a:custGeom>
          <a:avLst/>
          <a:gdLst/>
          <a:ahLst/>
          <a:cxnLst/>
          <a:rect l="0" t="0" r="0" b="0"/>
          <a:pathLst>
            <a:path>
              <a:moveTo>
                <a:pt x="0" y="45720"/>
              </a:moveTo>
              <a:lnTo>
                <a:pt x="261621" y="45720"/>
              </a:lnTo>
            </a:path>
          </a:pathLst>
        </a:custGeom>
        <a:noFill/>
        <a:ln w="6350" cap="flat" cmpd="sng" algn="ctr">
          <a:solidFill>
            <a:schemeClr val="accent5">
              <a:hueOff val="220870"/>
              <a:satOff val="10"/>
              <a:lumOff val="-2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20812" y="537851"/>
        <a:ext cx="14611" cy="2922"/>
      </dsp:txXfrm>
    </dsp:sp>
    <dsp:sp modelId="{DBFC3346-C94B-4746-82F4-7A5BBA6EDC85}">
      <dsp:nvSpPr>
        <dsp:cNvPr id="0" name=""/>
        <dsp:cNvSpPr/>
      </dsp:nvSpPr>
      <dsp:spPr>
        <a:xfrm>
          <a:off x="3128579" y="158153"/>
          <a:ext cx="1270527" cy="762316"/>
        </a:xfrm>
        <a:prstGeom prst="rect">
          <a:avLst/>
        </a:prstGeom>
        <a:solidFill>
          <a:schemeClr val="accent5">
            <a:hueOff val="209826"/>
            <a:satOff val="10"/>
            <a:lumOff val="-2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Classify: Public → Critical</a:t>
          </a:r>
        </a:p>
      </dsp:txBody>
      <dsp:txXfrm>
        <a:off x="3128579" y="158153"/>
        <a:ext cx="1270527" cy="762316"/>
      </dsp:txXfrm>
    </dsp:sp>
    <dsp:sp modelId="{96C492BE-ADCB-48C3-BC4F-4FBCEC07AF07}">
      <dsp:nvSpPr>
        <dsp:cNvPr id="0" name=""/>
        <dsp:cNvSpPr/>
      </dsp:nvSpPr>
      <dsp:spPr>
        <a:xfrm>
          <a:off x="5960055" y="493592"/>
          <a:ext cx="261621" cy="91440"/>
        </a:xfrm>
        <a:custGeom>
          <a:avLst/>
          <a:gdLst/>
          <a:ahLst/>
          <a:cxnLst/>
          <a:rect l="0" t="0" r="0" b="0"/>
          <a:pathLst>
            <a:path>
              <a:moveTo>
                <a:pt x="0" y="45720"/>
              </a:moveTo>
              <a:lnTo>
                <a:pt x="261621" y="45720"/>
              </a:lnTo>
            </a:path>
          </a:pathLst>
        </a:custGeom>
        <a:noFill/>
        <a:ln w="6350" cap="flat" cmpd="sng" algn="ctr">
          <a:solidFill>
            <a:schemeClr val="accent5">
              <a:hueOff val="331305"/>
              <a:satOff val="15"/>
              <a:lumOff val="-3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83560" y="537851"/>
        <a:ext cx="14611" cy="2922"/>
      </dsp:txXfrm>
    </dsp:sp>
    <dsp:sp modelId="{940C30D4-A7A1-4E30-9DDE-BB214598669B}">
      <dsp:nvSpPr>
        <dsp:cNvPr id="0" name=""/>
        <dsp:cNvSpPr/>
      </dsp:nvSpPr>
      <dsp:spPr>
        <a:xfrm>
          <a:off x="4691328" y="158153"/>
          <a:ext cx="1270527" cy="762316"/>
        </a:xfrm>
        <a:prstGeom prst="rect">
          <a:avLst/>
        </a:prstGeom>
        <a:solidFill>
          <a:schemeClr val="accent5">
            <a:hueOff val="314740"/>
            <a:satOff val="15"/>
            <a:lumOff val="-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b="1" kern="1200"/>
            <a:t>2. Assess Threats</a:t>
          </a:r>
          <a:endParaRPr lang="en-US" sz="1300" kern="1200"/>
        </a:p>
      </dsp:txBody>
      <dsp:txXfrm>
        <a:off x="4691328" y="158153"/>
        <a:ext cx="1270527" cy="762316"/>
      </dsp:txXfrm>
    </dsp:sp>
    <dsp:sp modelId="{5FC1C0A9-D882-4519-AFEF-ADE910C48FC4}">
      <dsp:nvSpPr>
        <dsp:cNvPr id="0" name=""/>
        <dsp:cNvSpPr/>
      </dsp:nvSpPr>
      <dsp:spPr>
        <a:xfrm>
          <a:off x="7522804" y="493592"/>
          <a:ext cx="261621" cy="91440"/>
        </a:xfrm>
        <a:custGeom>
          <a:avLst/>
          <a:gdLst/>
          <a:ahLst/>
          <a:cxnLst/>
          <a:rect l="0" t="0" r="0" b="0"/>
          <a:pathLst>
            <a:path>
              <a:moveTo>
                <a:pt x="0" y="45720"/>
              </a:moveTo>
              <a:lnTo>
                <a:pt x="261621" y="45720"/>
              </a:lnTo>
            </a:path>
          </a:pathLst>
        </a:custGeom>
        <a:noFill/>
        <a:ln w="6350" cap="flat" cmpd="sng" algn="ctr">
          <a:solidFill>
            <a:schemeClr val="accent5">
              <a:hueOff val="441740"/>
              <a:satOff val="20"/>
              <a:lumOff val="-4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646309" y="537851"/>
        <a:ext cx="14611" cy="2922"/>
      </dsp:txXfrm>
    </dsp:sp>
    <dsp:sp modelId="{19EDCF55-9545-4543-896A-79BB7609C250}">
      <dsp:nvSpPr>
        <dsp:cNvPr id="0" name=""/>
        <dsp:cNvSpPr/>
      </dsp:nvSpPr>
      <dsp:spPr>
        <a:xfrm>
          <a:off x="6254077" y="158153"/>
          <a:ext cx="1270527" cy="762316"/>
        </a:xfrm>
        <a:prstGeom prst="rect">
          <a:avLst/>
        </a:prstGeom>
        <a:solidFill>
          <a:schemeClr val="accent5">
            <a:hueOff val="419653"/>
            <a:satOff val="19"/>
            <a:lumOff val="-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Types: Natural, Technical, Human</a:t>
          </a:r>
        </a:p>
      </dsp:txBody>
      <dsp:txXfrm>
        <a:off x="6254077" y="158153"/>
        <a:ext cx="1270527" cy="762316"/>
      </dsp:txXfrm>
    </dsp:sp>
    <dsp:sp modelId="{2F94192A-B1BF-4C69-B1AA-3227A97A6E5B}">
      <dsp:nvSpPr>
        <dsp:cNvPr id="0" name=""/>
        <dsp:cNvSpPr/>
      </dsp:nvSpPr>
      <dsp:spPr>
        <a:xfrm>
          <a:off x="9085553" y="493592"/>
          <a:ext cx="261621" cy="91440"/>
        </a:xfrm>
        <a:custGeom>
          <a:avLst/>
          <a:gdLst/>
          <a:ahLst/>
          <a:cxnLst/>
          <a:rect l="0" t="0" r="0" b="0"/>
          <a:pathLst>
            <a:path>
              <a:moveTo>
                <a:pt x="0" y="45720"/>
              </a:moveTo>
              <a:lnTo>
                <a:pt x="261621" y="45720"/>
              </a:lnTo>
            </a:path>
          </a:pathLst>
        </a:custGeom>
        <a:noFill/>
        <a:ln w="6350" cap="flat" cmpd="sng" algn="ctr">
          <a:solidFill>
            <a:schemeClr val="accent5">
              <a:hueOff val="552175"/>
              <a:satOff val="26"/>
              <a:lumOff val="-5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209058" y="537851"/>
        <a:ext cx="14611" cy="2922"/>
      </dsp:txXfrm>
    </dsp:sp>
    <dsp:sp modelId="{D8CAA41F-0EF4-4817-90E4-4ED1AEFB6812}">
      <dsp:nvSpPr>
        <dsp:cNvPr id="0" name=""/>
        <dsp:cNvSpPr/>
      </dsp:nvSpPr>
      <dsp:spPr>
        <a:xfrm>
          <a:off x="7816825" y="158153"/>
          <a:ext cx="1270527" cy="762316"/>
        </a:xfrm>
        <a:prstGeom prst="rect">
          <a:avLst/>
        </a:prstGeom>
        <a:solidFill>
          <a:schemeClr val="accent5">
            <a:hueOff val="524566"/>
            <a:satOff val="24"/>
            <a:lumOff val="-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Map threats to assets</a:t>
          </a:r>
        </a:p>
      </dsp:txBody>
      <dsp:txXfrm>
        <a:off x="7816825" y="158153"/>
        <a:ext cx="1270527" cy="762316"/>
      </dsp:txXfrm>
    </dsp:sp>
    <dsp:sp modelId="{2CE0A8BB-D710-40A6-99B4-BBF3571FA1C2}">
      <dsp:nvSpPr>
        <dsp:cNvPr id="0" name=""/>
        <dsp:cNvSpPr/>
      </dsp:nvSpPr>
      <dsp:spPr>
        <a:xfrm>
          <a:off x="638345" y="918670"/>
          <a:ext cx="9376492" cy="261621"/>
        </a:xfrm>
        <a:custGeom>
          <a:avLst/>
          <a:gdLst/>
          <a:ahLst/>
          <a:cxnLst/>
          <a:rect l="0" t="0" r="0" b="0"/>
          <a:pathLst>
            <a:path>
              <a:moveTo>
                <a:pt x="9376492" y="0"/>
              </a:moveTo>
              <a:lnTo>
                <a:pt x="9376492" y="147910"/>
              </a:lnTo>
              <a:lnTo>
                <a:pt x="0" y="147910"/>
              </a:lnTo>
              <a:lnTo>
                <a:pt x="0" y="261621"/>
              </a:lnTo>
            </a:path>
          </a:pathLst>
        </a:custGeom>
        <a:noFill/>
        <a:ln w="6350" cap="flat" cmpd="sng" algn="ctr">
          <a:solidFill>
            <a:schemeClr val="accent5">
              <a:hueOff val="662610"/>
              <a:satOff val="31"/>
              <a:lumOff val="-6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92065" y="1048020"/>
        <a:ext cx="469052" cy="2922"/>
      </dsp:txXfrm>
    </dsp:sp>
    <dsp:sp modelId="{9DC6FB2A-1ED4-45EC-A5B5-CC504F7DB564}">
      <dsp:nvSpPr>
        <dsp:cNvPr id="0" name=""/>
        <dsp:cNvSpPr/>
      </dsp:nvSpPr>
      <dsp:spPr>
        <a:xfrm>
          <a:off x="9379574" y="158153"/>
          <a:ext cx="1270527" cy="762316"/>
        </a:xfrm>
        <a:prstGeom prst="rect">
          <a:avLst/>
        </a:prstGeom>
        <a:solidFill>
          <a:schemeClr val="accent5">
            <a:hueOff val="629479"/>
            <a:satOff val="29"/>
            <a:lumOff val="-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b="1" kern="1200"/>
            <a:t>3. Find Vulnerabilities</a:t>
          </a:r>
          <a:endParaRPr lang="en-US" sz="1300" kern="1200"/>
        </a:p>
      </dsp:txBody>
      <dsp:txXfrm>
        <a:off x="9379574" y="158153"/>
        <a:ext cx="1270527" cy="762316"/>
      </dsp:txXfrm>
    </dsp:sp>
    <dsp:sp modelId="{A14896E7-5E04-405E-B8C2-F9151997ABBD}">
      <dsp:nvSpPr>
        <dsp:cNvPr id="0" name=""/>
        <dsp:cNvSpPr/>
      </dsp:nvSpPr>
      <dsp:spPr>
        <a:xfrm>
          <a:off x="1271809" y="1548129"/>
          <a:ext cx="261621" cy="91440"/>
        </a:xfrm>
        <a:custGeom>
          <a:avLst/>
          <a:gdLst/>
          <a:ahLst/>
          <a:cxnLst/>
          <a:rect l="0" t="0" r="0" b="0"/>
          <a:pathLst>
            <a:path>
              <a:moveTo>
                <a:pt x="0" y="45720"/>
              </a:moveTo>
              <a:lnTo>
                <a:pt x="261621" y="45720"/>
              </a:lnTo>
            </a:path>
          </a:pathLst>
        </a:custGeom>
        <a:noFill/>
        <a:ln w="6350" cap="flat" cmpd="sng" algn="ctr">
          <a:solidFill>
            <a:schemeClr val="accent5">
              <a:hueOff val="773045"/>
              <a:satOff val="36"/>
              <a:lumOff val="-7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95314" y="1592388"/>
        <a:ext cx="14611" cy="2922"/>
      </dsp:txXfrm>
    </dsp:sp>
    <dsp:sp modelId="{56D29B32-D39C-4944-86EC-0470E76F9E49}">
      <dsp:nvSpPr>
        <dsp:cNvPr id="0" name=""/>
        <dsp:cNvSpPr/>
      </dsp:nvSpPr>
      <dsp:spPr>
        <a:xfrm>
          <a:off x="3082" y="1212691"/>
          <a:ext cx="1270527" cy="762316"/>
        </a:xfrm>
        <a:prstGeom prst="rect">
          <a:avLst/>
        </a:prstGeom>
        <a:solidFill>
          <a:schemeClr val="accent5">
            <a:hueOff val="734392"/>
            <a:satOff val="34"/>
            <a:lumOff val="-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Weaknesses in systems/users</a:t>
          </a:r>
        </a:p>
      </dsp:txBody>
      <dsp:txXfrm>
        <a:off x="3082" y="1212691"/>
        <a:ext cx="1270527" cy="762316"/>
      </dsp:txXfrm>
    </dsp:sp>
    <dsp:sp modelId="{A16B3F5A-5A6B-4A0D-B7EE-620CBDF51102}">
      <dsp:nvSpPr>
        <dsp:cNvPr id="0" name=""/>
        <dsp:cNvSpPr/>
      </dsp:nvSpPr>
      <dsp:spPr>
        <a:xfrm>
          <a:off x="2834558" y="1548129"/>
          <a:ext cx="261621" cy="91440"/>
        </a:xfrm>
        <a:custGeom>
          <a:avLst/>
          <a:gdLst/>
          <a:ahLst/>
          <a:cxnLst/>
          <a:rect l="0" t="0" r="0" b="0"/>
          <a:pathLst>
            <a:path>
              <a:moveTo>
                <a:pt x="0" y="45720"/>
              </a:moveTo>
              <a:lnTo>
                <a:pt x="261621" y="45720"/>
              </a:lnTo>
            </a:path>
          </a:pathLst>
        </a:custGeom>
        <a:noFill/>
        <a:ln w="6350" cap="flat" cmpd="sng" algn="ctr">
          <a:solidFill>
            <a:schemeClr val="accent5">
              <a:hueOff val="883480"/>
              <a:satOff val="41"/>
              <a:lumOff val="-8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58063" y="1592388"/>
        <a:ext cx="14611" cy="2922"/>
      </dsp:txXfrm>
    </dsp:sp>
    <dsp:sp modelId="{1AEE4742-158D-4238-A296-2E5153B108EF}">
      <dsp:nvSpPr>
        <dsp:cNvPr id="0" name=""/>
        <dsp:cNvSpPr/>
      </dsp:nvSpPr>
      <dsp:spPr>
        <a:xfrm>
          <a:off x="1565830" y="1212691"/>
          <a:ext cx="1270527" cy="762316"/>
        </a:xfrm>
        <a:prstGeom prst="rect">
          <a:avLst/>
        </a:prstGeom>
        <a:solidFill>
          <a:schemeClr val="accent5">
            <a:hueOff val="839306"/>
            <a:satOff val="39"/>
            <a:lumOff val="-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Example: Outdated software</a:t>
          </a:r>
        </a:p>
      </dsp:txBody>
      <dsp:txXfrm>
        <a:off x="1565830" y="1212691"/>
        <a:ext cx="1270527" cy="762316"/>
      </dsp:txXfrm>
    </dsp:sp>
    <dsp:sp modelId="{E79A8E95-7F8D-4E31-A65B-729616740C06}">
      <dsp:nvSpPr>
        <dsp:cNvPr id="0" name=""/>
        <dsp:cNvSpPr/>
      </dsp:nvSpPr>
      <dsp:spPr>
        <a:xfrm>
          <a:off x="4397306" y="1548129"/>
          <a:ext cx="261621" cy="91440"/>
        </a:xfrm>
        <a:custGeom>
          <a:avLst/>
          <a:gdLst/>
          <a:ahLst/>
          <a:cxnLst/>
          <a:rect l="0" t="0" r="0" b="0"/>
          <a:pathLst>
            <a:path>
              <a:moveTo>
                <a:pt x="0" y="45720"/>
              </a:moveTo>
              <a:lnTo>
                <a:pt x="261621" y="45720"/>
              </a:lnTo>
            </a:path>
          </a:pathLst>
        </a:custGeom>
        <a:noFill/>
        <a:ln w="6350" cap="flat" cmpd="sng" algn="ctr">
          <a:solidFill>
            <a:schemeClr val="accent5">
              <a:hueOff val="993915"/>
              <a:satOff val="46"/>
              <a:lumOff val="-9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20812" y="1592388"/>
        <a:ext cx="14611" cy="2922"/>
      </dsp:txXfrm>
    </dsp:sp>
    <dsp:sp modelId="{D7674E5F-6930-45D2-960E-0C437F5DDF69}">
      <dsp:nvSpPr>
        <dsp:cNvPr id="0" name=""/>
        <dsp:cNvSpPr/>
      </dsp:nvSpPr>
      <dsp:spPr>
        <a:xfrm>
          <a:off x="3128579" y="1212691"/>
          <a:ext cx="1270527" cy="762316"/>
        </a:xfrm>
        <a:prstGeom prst="rect">
          <a:avLst/>
        </a:prstGeom>
        <a:solidFill>
          <a:schemeClr val="accent5">
            <a:hueOff val="944219"/>
            <a:satOff val="44"/>
            <a:lumOff val="-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b="1" kern="1200"/>
            <a:t>4. Calculate Risk</a:t>
          </a:r>
          <a:endParaRPr lang="en-US" sz="1300" kern="1200"/>
        </a:p>
      </dsp:txBody>
      <dsp:txXfrm>
        <a:off x="3128579" y="1212691"/>
        <a:ext cx="1270527" cy="762316"/>
      </dsp:txXfrm>
    </dsp:sp>
    <dsp:sp modelId="{492B366B-1C1E-4D21-91DF-FACA9715EEE1}">
      <dsp:nvSpPr>
        <dsp:cNvPr id="0" name=""/>
        <dsp:cNvSpPr/>
      </dsp:nvSpPr>
      <dsp:spPr>
        <a:xfrm>
          <a:off x="5960055" y="1548129"/>
          <a:ext cx="261621" cy="91440"/>
        </a:xfrm>
        <a:custGeom>
          <a:avLst/>
          <a:gdLst/>
          <a:ahLst/>
          <a:cxnLst/>
          <a:rect l="0" t="0" r="0" b="0"/>
          <a:pathLst>
            <a:path>
              <a:moveTo>
                <a:pt x="0" y="45720"/>
              </a:moveTo>
              <a:lnTo>
                <a:pt x="261621" y="45720"/>
              </a:lnTo>
            </a:path>
          </a:pathLst>
        </a:custGeom>
        <a:noFill/>
        <a:ln w="6350" cap="flat" cmpd="sng" algn="ctr">
          <a:solidFill>
            <a:schemeClr val="accent5">
              <a:hueOff val="1104350"/>
              <a:satOff val="51"/>
              <a:lumOff val="-10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83560" y="1592388"/>
        <a:ext cx="14611" cy="2922"/>
      </dsp:txXfrm>
    </dsp:sp>
    <dsp:sp modelId="{4414E39F-CE2A-45BA-BFEA-FAC337072EA3}">
      <dsp:nvSpPr>
        <dsp:cNvPr id="0" name=""/>
        <dsp:cNvSpPr/>
      </dsp:nvSpPr>
      <dsp:spPr>
        <a:xfrm>
          <a:off x="4691328" y="1212691"/>
          <a:ext cx="1270527" cy="762316"/>
        </a:xfrm>
        <a:prstGeom prst="rect">
          <a:avLst/>
        </a:prstGeom>
        <a:solidFill>
          <a:schemeClr val="accent5">
            <a:hueOff val="1049132"/>
            <a:satOff val="49"/>
            <a:lumOff val="-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Risk = Likelihood × Impact</a:t>
          </a:r>
        </a:p>
      </dsp:txBody>
      <dsp:txXfrm>
        <a:off x="4691328" y="1212691"/>
        <a:ext cx="1270527" cy="762316"/>
      </dsp:txXfrm>
    </dsp:sp>
    <dsp:sp modelId="{A6F73457-0BC9-447D-8ECA-9D39A65E1ABE}">
      <dsp:nvSpPr>
        <dsp:cNvPr id="0" name=""/>
        <dsp:cNvSpPr/>
      </dsp:nvSpPr>
      <dsp:spPr>
        <a:xfrm>
          <a:off x="7522804" y="1548129"/>
          <a:ext cx="261621" cy="91440"/>
        </a:xfrm>
        <a:custGeom>
          <a:avLst/>
          <a:gdLst/>
          <a:ahLst/>
          <a:cxnLst/>
          <a:rect l="0" t="0" r="0" b="0"/>
          <a:pathLst>
            <a:path>
              <a:moveTo>
                <a:pt x="0" y="45720"/>
              </a:moveTo>
              <a:lnTo>
                <a:pt x="261621" y="45720"/>
              </a:lnTo>
            </a:path>
          </a:pathLst>
        </a:custGeom>
        <a:noFill/>
        <a:ln w="6350" cap="flat" cmpd="sng" algn="ctr">
          <a:solidFill>
            <a:schemeClr val="accent5">
              <a:hueOff val="1214785"/>
              <a:satOff val="56"/>
              <a:lumOff val="-11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646309" y="1592388"/>
        <a:ext cx="14611" cy="2922"/>
      </dsp:txXfrm>
    </dsp:sp>
    <dsp:sp modelId="{2A3DEC41-641B-4C10-97DE-DEDD1B8B613D}">
      <dsp:nvSpPr>
        <dsp:cNvPr id="0" name=""/>
        <dsp:cNvSpPr/>
      </dsp:nvSpPr>
      <dsp:spPr>
        <a:xfrm>
          <a:off x="6254077" y="1212691"/>
          <a:ext cx="1270527" cy="762316"/>
        </a:xfrm>
        <a:prstGeom prst="rect">
          <a:avLst/>
        </a:prstGeom>
        <a:solidFill>
          <a:schemeClr val="accent5">
            <a:hueOff val="1154045"/>
            <a:satOff val="53"/>
            <a:lumOff val="-1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dirty="0"/>
            <a:t>Levels: Low → Critical</a:t>
          </a:r>
        </a:p>
      </dsp:txBody>
      <dsp:txXfrm>
        <a:off x="6254077" y="1212691"/>
        <a:ext cx="1270527" cy="762316"/>
      </dsp:txXfrm>
    </dsp:sp>
    <dsp:sp modelId="{BC0D752E-4CCA-402B-9B61-3FDB2B5CB0CE}">
      <dsp:nvSpPr>
        <dsp:cNvPr id="0" name=""/>
        <dsp:cNvSpPr/>
      </dsp:nvSpPr>
      <dsp:spPr>
        <a:xfrm>
          <a:off x="9085553" y="1548129"/>
          <a:ext cx="261621" cy="91440"/>
        </a:xfrm>
        <a:custGeom>
          <a:avLst/>
          <a:gdLst/>
          <a:ahLst/>
          <a:cxnLst/>
          <a:rect l="0" t="0" r="0" b="0"/>
          <a:pathLst>
            <a:path>
              <a:moveTo>
                <a:pt x="0" y="45720"/>
              </a:moveTo>
              <a:lnTo>
                <a:pt x="261621" y="45720"/>
              </a:lnTo>
            </a:path>
          </a:pathLst>
        </a:custGeom>
        <a:noFill/>
        <a:ln w="6350" cap="flat" cmpd="sng" algn="ctr">
          <a:solidFill>
            <a:schemeClr val="accent5">
              <a:hueOff val="1325219"/>
              <a:satOff val="61"/>
              <a:lumOff val="-12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209058" y="1592388"/>
        <a:ext cx="14611" cy="2922"/>
      </dsp:txXfrm>
    </dsp:sp>
    <dsp:sp modelId="{7291D9E8-BCA0-4641-A742-966875233590}">
      <dsp:nvSpPr>
        <dsp:cNvPr id="0" name=""/>
        <dsp:cNvSpPr/>
      </dsp:nvSpPr>
      <dsp:spPr>
        <a:xfrm>
          <a:off x="7816825" y="1212691"/>
          <a:ext cx="1270527" cy="762316"/>
        </a:xfrm>
        <a:prstGeom prst="rect">
          <a:avLst/>
        </a:prstGeom>
        <a:solidFill>
          <a:schemeClr val="accent5">
            <a:hueOff val="1258959"/>
            <a:satOff val="58"/>
            <a:lumOff val="-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b="1" kern="1200"/>
            <a:t>5. Rank Risks</a:t>
          </a:r>
          <a:endParaRPr lang="en-US" sz="1300" kern="1200"/>
        </a:p>
      </dsp:txBody>
      <dsp:txXfrm>
        <a:off x="7816825" y="1212691"/>
        <a:ext cx="1270527" cy="762316"/>
      </dsp:txXfrm>
    </dsp:sp>
    <dsp:sp modelId="{31BF12F1-1FEC-422C-9DFF-7AAD63886AC9}">
      <dsp:nvSpPr>
        <dsp:cNvPr id="0" name=""/>
        <dsp:cNvSpPr/>
      </dsp:nvSpPr>
      <dsp:spPr>
        <a:xfrm>
          <a:off x="638345" y="1973208"/>
          <a:ext cx="9376492" cy="261621"/>
        </a:xfrm>
        <a:custGeom>
          <a:avLst/>
          <a:gdLst/>
          <a:ahLst/>
          <a:cxnLst/>
          <a:rect l="0" t="0" r="0" b="0"/>
          <a:pathLst>
            <a:path>
              <a:moveTo>
                <a:pt x="9376492" y="0"/>
              </a:moveTo>
              <a:lnTo>
                <a:pt x="9376492" y="147910"/>
              </a:lnTo>
              <a:lnTo>
                <a:pt x="0" y="147910"/>
              </a:lnTo>
              <a:lnTo>
                <a:pt x="0" y="261621"/>
              </a:lnTo>
            </a:path>
          </a:pathLst>
        </a:custGeom>
        <a:noFill/>
        <a:ln w="6350" cap="flat" cmpd="sng" algn="ctr">
          <a:solidFill>
            <a:schemeClr val="accent5">
              <a:hueOff val="1435654"/>
              <a:satOff val="66"/>
              <a:lumOff val="-13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92065" y="2102557"/>
        <a:ext cx="469052" cy="2922"/>
      </dsp:txXfrm>
    </dsp:sp>
    <dsp:sp modelId="{8C1C0B2B-1525-4ABC-8B93-CD361E35CDDC}">
      <dsp:nvSpPr>
        <dsp:cNvPr id="0" name=""/>
        <dsp:cNvSpPr/>
      </dsp:nvSpPr>
      <dsp:spPr>
        <a:xfrm>
          <a:off x="9379574" y="1212691"/>
          <a:ext cx="1270527" cy="762316"/>
        </a:xfrm>
        <a:prstGeom prst="rect">
          <a:avLst/>
        </a:prstGeom>
        <a:solidFill>
          <a:schemeClr val="accent5">
            <a:hueOff val="1363872"/>
            <a:satOff val="63"/>
            <a:lumOff val="-12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Use risk matrix</a:t>
          </a:r>
        </a:p>
      </dsp:txBody>
      <dsp:txXfrm>
        <a:off x="9379574" y="1212691"/>
        <a:ext cx="1270527" cy="762316"/>
      </dsp:txXfrm>
    </dsp:sp>
    <dsp:sp modelId="{E94483DF-C684-4F1B-AD50-678FC14485D6}">
      <dsp:nvSpPr>
        <dsp:cNvPr id="0" name=""/>
        <dsp:cNvSpPr/>
      </dsp:nvSpPr>
      <dsp:spPr>
        <a:xfrm>
          <a:off x="1271809" y="2602667"/>
          <a:ext cx="261621" cy="91440"/>
        </a:xfrm>
        <a:custGeom>
          <a:avLst/>
          <a:gdLst/>
          <a:ahLst/>
          <a:cxnLst/>
          <a:rect l="0" t="0" r="0" b="0"/>
          <a:pathLst>
            <a:path>
              <a:moveTo>
                <a:pt x="0" y="45720"/>
              </a:moveTo>
              <a:lnTo>
                <a:pt x="261621" y="45720"/>
              </a:lnTo>
            </a:path>
          </a:pathLst>
        </a:custGeom>
        <a:noFill/>
        <a:ln w="6350" cap="flat" cmpd="sng" algn="ctr">
          <a:solidFill>
            <a:schemeClr val="accent5">
              <a:hueOff val="1546089"/>
              <a:satOff val="71"/>
              <a:lumOff val="-14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95314" y="2646926"/>
        <a:ext cx="14611" cy="2922"/>
      </dsp:txXfrm>
    </dsp:sp>
    <dsp:sp modelId="{1EE7AEA5-9CE8-443D-A0C2-3ADD6DA858DD}">
      <dsp:nvSpPr>
        <dsp:cNvPr id="0" name=""/>
        <dsp:cNvSpPr/>
      </dsp:nvSpPr>
      <dsp:spPr>
        <a:xfrm>
          <a:off x="3082" y="2267229"/>
          <a:ext cx="1270527" cy="762316"/>
        </a:xfrm>
        <a:prstGeom prst="rect">
          <a:avLst/>
        </a:prstGeom>
        <a:solidFill>
          <a:schemeClr val="accent5">
            <a:hueOff val="1468785"/>
            <a:satOff val="68"/>
            <a:lumOff val="-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Prioritize high-risk issues</a:t>
          </a:r>
        </a:p>
      </dsp:txBody>
      <dsp:txXfrm>
        <a:off x="3082" y="2267229"/>
        <a:ext cx="1270527" cy="762316"/>
      </dsp:txXfrm>
    </dsp:sp>
    <dsp:sp modelId="{C8B2B303-7252-4FD1-8179-AB447435B2E6}">
      <dsp:nvSpPr>
        <dsp:cNvPr id="0" name=""/>
        <dsp:cNvSpPr/>
      </dsp:nvSpPr>
      <dsp:spPr>
        <a:xfrm>
          <a:off x="2834558" y="2602667"/>
          <a:ext cx="261621" cy="91440"/>
        </a:xfrm>
        <a:custGeom>
          <a:avLst/>
          <a:gdLst/>
          <a:ahLst/>
          <a:cxnLst/>
          <a:rect l="0" t="0" r="0" b="0"/>
          <a:pathLst>
            <a:path>
              <a:moveTo>
                <a:pt x="0" y="45720"/>
              </a:moveTo>
              <a:lnTo>
                <a:pt x="261621" y="45720"/>
              </a:lnTo>
            </a:path>
          </a:pathLst>
        </a:custGeom>
        <a:noFill/>
        <a:ln w="6350" cap="flat" cmpd="sng" algn="ctr">
          <a:solidFill>
            <a:schemeClr val="accent5">
              <a:hueOff val="1656524"/>
              <a:satOff val="77"/>
              <a:lumOff val="-15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58063" y="2646926"/>
        <a:ext cx="14611" cy="2922"/>
      </dsp:txXfrm>
    </dsp:sp>
    <dsp:sp modelId="{48BD75CC-B0C9-4329-B431-0C35FC52C5EF}">
      <dsp:nvSpPr>
        <dsp:cNvPr id="0" name=""/>
        <dsp:cNvSpPr/>
      </dsp:nvSpPr>
      <dsp:spPr>
        <a:xfrm>
          <a:off x="1565830" y="2267229"/>
          <a:ext cx="1270527" cy="762316"/>
        </a:xfrm>
        <a:prstGeom prst="rect">
          <a:avLst/>
        </a:prstGeom>
        <a:solidFill>
          <a:schemeClr val="accent5">
            <a:hueOff val="1573698"/>
            <a:satOff val="73"/>
            <a:lumOff val="-14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b="1" kern="1200"/>
            <a:t>6. Mitigate Risks</a:t>
          </a:r>
          <a:endParaRPr lang="en-US" sz="1300" kern="1200"/>
        </a:p>
      </dsp:txBody>
      <dsp:txXfrm>
        <a:off x="1565830" y="2267229"/>
        <a:ext cx="1270527" cy="762316"/>
      </dsp:txXfrm>
    </dsp:sp>
    <dsp:sp modelId="{E832F2DA-045B-47AD-9B21-5EE654FE37CD}">
      <dsp:nvSpPr>
        <dsp:cNvPr id="0" name=""/>
        <dsp:cNvSpPr/>
      </dsp:nvSpPr>
      <dsp:spPr>
        <a:xfrm>
          <a:off x="4397306" y="2602667"/>
          <a:ext cx="261621" cy="91440"/>
        </a:xfrm>
        <a:custGeom>
          <a:avLst/>
          <a:gdLst/>
          <a:ahLst/>
          <a:cxnLst/>
          <a:rect l="0" t="0" r="0" b="0"/>
          <a:pathLst>
            <a:path>
              <a:moveTo>
                <a:pt x="0" y="45720"/>
              </a:moveTo>
              <a:lnTo>
                <a:pt x="261621" y="45720"/>
              </a:lnTo>
            </a:path>
          </a:pathLst>
        </a:custGeom>
        <a:noFill/>
        <a:ln w="6350" cap="flat" cmpd="sng" algn="ctr">
          <a:solidFill>
            <a:schemeClr val="accent5">
              <a:hueOff val="1766959"/>
              <a:satOff val="82"/>
              <a:lumOff val="-16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20812" y="2646926"/>
        <a:ext cx="14611" cy="2922"/>
      </dsp:txXfrm>
    </dsp:sp>
    <dsp:sp modelId="{67DFE846-CD4A-4480-A341-CAF7CBBE6842}">
      <dsp:nvSpPr>
        <dsp:cNvPr id="0" name=""/>
        <dsp:cNvSpPr/>
      </dsp:nvSpPr>
      <dsp:spPr>
        <a:xfrm>
          <a:off x="3128579" y="2267229"/>
          <a:ext cx="1270527" cy="762316"/>
        </a:xfrm>
        <a:prstGeom prst="rect">
          <a:avLst/>
        </a:prstGeom>
        <a:solidFill>
          <a:schemeClr val="accent5">
            <a:hueOff val="1678611"/>
            <a:satOff val="78"/>
            <a:lumOff val="-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Avoid, Reduce, Transfer, Accept</a:t>
          </a:r>
        </a:p>
      </dsp:txBody>
      <dsp:txXfrm>
        <a:off x="3128579" y="2267229"/>
        <a:ext cx="1270527" cy="762316"/>
      </dsp:txXfrm>
    </dsp:sp>
    <dsp:sp modelId="{E0159664-91D1-47E8-BB60-C89D3D4CA752}">
      <dsp:nvSpPr>
        <dsp:cNvPr id="0" name=""/>
        <dsp:cNvSpPr/>
      </dsp:nvSpPr>
      <dsp:spPr>
        <a:xfrm>
          <a:off x="5960055" y="2602667"/>
          <a:ext cx="261621" cy="91440"/>
        </a:xfrm>
        <a:custGeom>
          <a:avLst/>
          <a:gdLst/>
          <a:ahLst/>
          <a:cxnLst/>
          <a:rect l="0" t="0" r="0" b="0"/>
          <a:pathLst>
            <a:path>
              <a:moveTo>
                <a:pt x="0" y="45720"/>
              </a:moveTo>
              <a:lnTo>
                <a:pt x="261621" y="45720"/>
              </a:lnTo>
            </a:path>
          </a:pathLst>
        </a:custGeom>
        <a:noFill/>
        <a:ln w="6350" cap="flat" cmpd="sng" algn="ctr">
          <a:solidFill>
            <a:schemeClr val="accent5">
              <a:hueOff val="1877394"/>
              <a:satOff val="87"/>
              <a:lumOff val="-17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83560" y="2646926"/>
        <a:ext cx="14611" cy="2922"/>
      </dsp:txXfrm>
    </dsp:sp>
    <dsp:sp modelId="{1071D835-9E3C-4922-9899-B7FFF75353FC}">
      <dsp:nvSpPr>
        <dsp:cNvPr id="0" name=""/>
        <dsp:cNvSpPr/>
      </dsp:nvSpPr>
      <dsp:spPr>
        <a:xfrm>
          <a:off x="4691328" y="2267229"/>
          <a:ext cx="1270527" cy="762316"/>
        </a:xfrm>
        <a:prstGeom prst="rect">
          <a:avLst/>
        </a:prstGeom>
        <a:solidFill>
          <a:schemeClr val="accent5">
            <a:hueOff val="1783525"/>
            <a:satOff val="82"/>
            <a:lumOff val="-16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Controls: Policies, firewalls, MFA</a:t>
          </a:r>
        </a:p>
      </dsp:txBody>
      <dsp:txXfrm>
        <a:off x="4691328" y="2267229"/>
        <a:ext cx="1270527" cy="762316"/>
      </dsp:txXfrm>
    </dsp:sp>
    <dsp:sp modelId="{B0CB41BD-9CAD-482B-945E-15D9BCC1C938}">
      <dsp:nvSpPr>
        <dsp:cNvPr id="0" name=""/>
        <dsp:cNvSpPr/>
      </dsp:nvSpPr>
      <dsp:spPr>
        <a:xfrm>
          <a:off x="7522804" y="2602667"/>
          <a:ext cx="261621" cy="91440"/>
        </a:xfrm>
        <a:custGeom>
          <a:avLst/>
          <a:gdLst/>
          <a:ahLst/>
          <a:cxnLst/>
          <a:rect l="0" t="0" r="0" b="0"/>
          <a:pathLst>
            <a:path>
              <a:moveTo>
                <a:pt x="0" y="45720"/>
              </a:moveTo>
              <a:lnTo>
                <a:pt x="261621" y="45720"/>
              </a:lnTo>
            </a:path>
          </a:pathLst>
        </a:custGeom>
        <a:noFill/>
        <a:ln w="6350" cap="flat" cmpd="sng" algn="ctr">
          <a:solidFill>
            <a:schemeClr val="accent5">
              <a:hueOff val="1987829"/>
              <a:satOff val="92"/>
              <a:lumOff val="-18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646309" y="2646926"/>
        <a:ext cx="14611" cy="2922"/>
      </dsp:txXfrm>
    </dsp:sp>
    <dsp:sp modelId="{67E6F1B1-FB71-44AA-AEF3-255EC2E9CF34}">
      <dsp:nvSpPr>
        <dsp:cNvPr id="0" name=""/>
        <dsp:cNvSpPr/>
      </dsp:nvSpPr>
      <dsp:spPr>
        <a:xfrm>
          <a:off x="6254077" y="2267229"/>
          <a:ext cx="1270527" cy="762316"/>
        </a:xfrm>
        <a:prstGeom prst="rect">
          <a:avLst/>
        </a:prstGeom>
        <a:solidFill>
          <a:schemeClr val="accent5">
            <a:hueOff val="1888438"/>
            <a:satOff val="87"/>
            <a:lumOff val="-1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b="1" kern="1200"/>
            <a:t>7. Monitor Risks</a:t>
          </a:r>
          <a:endParaRPr lang="en-US" sz="1300" kern="1200"/>
        </a:p>
      </dsp:txBody>
      <dsp:txXfrm>
        <a:off x="6254077" y="2267229"/>
        <a:ext cx="1270527" cy="762316"/>
      </dsp:txXfrm>
    </dsp:sp>
    <dsp:sp modelId="{0D8C7A74-CCF8-48DC-AC24-CAC274308281}">
      <dsp:nvSpPr>
        <dsp:cNvPr id="0" name=""/>
        <dsp:cNvSpPr/>
      </dsp:nvSpPr>
      <dsp:spPr>
        <a:xfrm>
          <a:off x="9085553" y="2602667"/>
          <a:ext cx="261621" cy="91440"/>
        </a:xfrm>
        <a:custGeom>
          <a:avLst/>
          <a:gdLst/>
          <a:ahLst/>
          <a:cxnLst/>
          <a:rect l="0" t="0" r="0" b="0"/>
          <a:pathLst>
            <a:path>
              <a:moveTo>
                <a:pt x="0" y="45720"/>
              </a:moveTo>
              <a:lnTo>
                <a:pt x="261621" y="45720"/>
              </a:lnTo>
            </a:path>
          </a:pathLst>
        </a:custGeom>
        <a:noFill/>
        <a:ln w="6350" cap="flat" cmpd="sng" algn="ctr">
          <a:solidFill>
            <a:schemeClr val="accent5">
              <a:hueOff val="2098264"/>
              <a:satOff val="97"/>
              <a:lumOff val="-19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209058" y="2646926"/>
        <a:ext cx="14611" cy="2922"/>
      </dsp:txXfrm>
    </dsp:sp>
    <dsp:sp modelId="{FE74D735-4CA8-41F6-A9DC-4C360A8AFB6F}">
      <dsp:nvSpPr>
        <dsp:cNvPr id="0" name=""/>
        <dsp:cNvSpPr/>
      </dsp:nvSpPr>
      <dsp:spPr>
        <a:xfrm>
          <a:off x="7816825" y="2267229"/>
          <a:ext cx="1270527" cy="762316"/>
        </a:xfrm>
        <a:prstGeom prst="rect">
          <a:avLst/>
        </a:prstGeom>
        <a:solidFill>
          <a:schemeClr val="accent5">
            <a:hueOff val="1993351"/>
            <a:satOff val="92"/>
            <a:lumOff val="-1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Continuous monitoring &amp; audits</a:t>
          </a:r>
        </a:p>
      </dsp:txBody>
      <dsp:txXfrm>
        <a:off x="7816825" y="2267229"/>
        <a:ext cx="1270527" cy="762316"/>
      </dsp:txXfrm>
    </dsp:sp>
    <dsp:sp modelId="{E43867E0-4840-427A-B4A1-0484DE306B76}">
      <dsp:nvSpPr>
        <dsp:cNvPr id="0" name=""/>
        <dsp:cNvSpPr/>
      </dsp:nvSpPr>
      <dsp:spPr>
        <a:xfrm>
          <a:off x="9379574" y="2267229"/>
          <a:ext cx="1270527" cy="762316"/>
        </a:xfrm>
        <a:prstGeom prst="rect">
          <a:avLst/>
        </a:prstGeom>
        <a:solidFill>
          <a:schemeClr val="accent5">
            <a:hueOff val="2098264"/>
            <a:satOff val="97"/>
            <a:lumOff val="-1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57" tIns="65350" rIns="62257" bIns="65350" numCol="1" spcCol="1270" anchor="ctr" anchorCtr="0">
          <a:noAutofit/>
        </a:bodyPr>
        <a:lstStyle/>
        <a:p>
          <a:pPr marL="0" lvl="0" indent="0" algn="ctr" defTabSz="577850">
            <a:lnSpc>
              <a:spcPct val="90000"/>
            </a:lnSpc>
            <a:spcBef>
              <a:spcPct val="0"/>
            </a:spcBef>
            <a:spcAft>
              <a:spcPct val="35000"/>
            </a:spcAft>
            <a:buNone/>
          </a:pPr>
          <a:r>
            <a:rPr lang="en-US" sz="1300" kern="1200"/>
            <a:t>Detect new threats</a:t>
          </a:r>
        </a:p>
      </dsp:txBody>
      <dsp:txXfrm>
        <a:off x="9379574" y="2267229"/>
        <a:ext cx="1270527" cy="762316"/>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1D227D51-204B-ED48-AF9A-0BE9633FE04A}"/>
              </a:ext>
            </a:extLst>
          </p:cNvPr>
          <p:cNvSpPr/>
          <p:nvPr/>
        </p:nvSpPr>
        <p:spPr>
          <a:xfrm>
            <a:off x="5224243" y="1096772"/>
            <a:ext cx="6503180"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a:extLst>
              <a:ext uri="{FF2B5EF4-FFF2-40B4-BE49-F238E27FC236}">
                <a16:creationId xmlns:a16="http://schemas.microsoft.com/office/drawing/2014/main" id="{57A23F45-CDAE-8A40-8DE7-92A0BBC119B7}"/>
              </a:ext>
            </a:extLst>
          </p:cNvPr>
          <p:cNvSpPr/>
          <p:nvPr/>
        </p:nvSpPr>
        <p:spPr>
          <a:xfrm>
            <a:off x="5016811"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8546383-CCC4-544B-B0D8-DE78DE39BB78}"/>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5D1728-714F-2942-A0D1-82FF9419B496}"/>
              </a:ext>
            </a:extLst>
          </p:cNvPr>
          <p:cNvSpPr>
            <a:spLocks noGrp="1"/>
          </p:cNvSpPr>
          <p:nvPr>
            <p:ph type="ctrTitle"/>
          </p:nvPr>
        </p:nvSpPr>
        <p:spPr>
          <a:xfrm>
            <a:off x="797106" y="1625608"/>
            <a:ext cx="8035342" cy="2722164"/>
          </a:xfrm>
        </p:spPr>
        <p:txBody>
          <a:bodyPr anchor="b"/>
          <a:lstStyle>
            <a:lvl1pPr algn="l">
              <a:defRPr sz="8000" spc="-150"/>
            </a:lvl1pPr>
          </a:lstStyle>
          <a:p>
            <a:r>
              <a:rPr lang="en-US"/>
              <a:t>Click to edit Master title style</a:t>
            </a:r>
          </a:p>
        </p:txBody>
      </p:sp>
      <p:sp>
        <p:nvSpPr>
          <p:cNvPr id="3" name="Subtitle 2">
            <a:extLst>
              <a:ext uri="{FF2B5EF4-FFF2-40B4-BE49-F238E27FC236}">
                <a16:creationId xmlns:a16="http://schemas.microsoft.com/office/drawing/2014/main" id="{5BD072D4-1496-3347-BBF8-5879DF263BBD}"/>
              </a:ext>
            </a:extLst>
          </p:cNvPr>
          <p:cNvSpPr>
            <a:spLocks noGrp="1"/>
          </p:cNvSpPr>
          <p:nvPr>
            <p:ph type="subTitle" idx="1"/>
          </p:nvPr>
        </p:nvSpPr>
        <p:spPr>
          <a:xfrm>
            <a:off x="797106" y="4466845"/>
            <a:ext cx="8035342" cy="88290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EFC724-B499-364B-AEB5-B6517F6AD52B}"/>
              </a:ext>
            </a:extLst>
          </p:cNvPr>
          <p:cNvSpPr>
            <a:spLocks noGrp="1"/>
          </p:cNvSpPr>
          <p:nvPr>
            <p:ph type="dt" sz="half" idx="10"/>
          </p:nvPr>
        </p:nvSpPr>
        <p:spPr>
          <a:xfrm>
            <a:off x="797105" y="5708747"/>
            <a:ext cx="3882843" cy="365125"/>
          </a:xfrm>
        </p:spPr>
        <p:txBody>
          <a:bodyPr/>
          <a:lstStyle>
            <a:lvl1pPr>
              <a:defRPr sz="1400"/>
            </a:lvl1pPr>
          </a:lstStyle>
          <a:p>
            <a:fld id="{73C3BD54-29B9-3D42-B178-776ED395AA85}" type="datetimeFigureOut">
              <a:rPr lang="en-US" smtClean="0"/>
              <a:pPr/>
              <a:t>3/20/2026</a:t>
            </a:fld>
            <a:endParaRPr lang="en-US" sz="1400"/>
          </a:p>
        </p:txBody>
      </p:sp>
      <p:sp>
        <p:nvSpPr>
          <p:cNvPr id="5" name="Footer Placeholder 4">
            <a:extLst>
              <a:ext uri="{FF2B5EF4-FFF2-40B4-BE49-F238E27FC236}">
                <a16:creationId xmlns:a16="http://schemas.microsoft.com/office/drawing/2014/main" id="{8033889C-A4E9-B24E-818F-46A1124C5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40F50F-250E-6D45-AEBC-2573FED0C310}"/>
              </a:ext>
            </a:extLst>
          </p:cNvPr>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4090088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9F291BE0-7A7E-D04F-974F-9F4577FB2F46}"/>
              </a:ext>
            </a:extLst>
          </p:cNvPr>
          <p:cNvSpPr/>
          <p:nvPr/>
        </p:nvSpPr>
        <p:spPr>
          <a:xfrm>
            <a:off x="6163735" y="1096772"/>
            <a:ext cx="5571066"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a:extLst>
              <a:ext uri="{FF2B5EF4-FFF2-40B4-BE49-F238E27FC236}">
                <a16:creationId xmlns:a16="http://schemas.microsoft.com/office/drawing/2014/main" id="{BD33FF1F-6094-0B4A-A3E4-6B0D9283DB44}"/>
              </a:ext>
            </a:extLst>
          </p:cNvPr>
          <p:cNvSpPr/>
          <p:nvPr/>
        </p:nvSpPr>
        <p:spPr>
          <a:xfrm>
            <a:off x="11529484"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78A6D9C-C7A5-414B-8CB7-E31470D7D280}"/>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1D850E-6310-C04D-8CAC-B7FA9F332D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5B7FB3-5DFC-6547-9567-C0ABE874C6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27D2DB-A7B1-204E-8416-E938952BCC83}"/>
              </a:ext>
            </a:extLst>
          </p:cNvPr>
          <p:cNvSpPr>
            <a:spLocks noGrp="1"/>
          </p:cNvSpPr>
          <p:nvPr>
            <p:ph type="dt" sz="half" idx="10"/>
          </p:nvPr>
        </p:nvSpPr>
        <p:spPr/>
        <p:txBody>
          <a:bodyPr/>
          <a:lstStyle/>
          <a:p>
            <a:fld id="{73C3BD54-29B9-3D42-B178-776ED395AA85}" type="datetimeFigureOut">
              <a:rPr lang="en-US" smtClean="0"/>
              <a:t>3/20/2026</a:t>
            </a:fld>
            <a:endParaRPr lang="en-US"/>
          </a:p>
        </p:txBody>
      </p:sp>
      <p:sp>
        <p:nvSpPr>
          <p:cNvPr id="5" name="Footer Placeholder 4">
            <a:extLst>
              <a:ext uri="{FF2B5EF4-FFF2-40B4-BE49-F238E27FC236}">
                <a16:creationId xmlns:a16="http://schemas.microsoft.com/office/drawing/2014/main" id="{FD324BA1-E2D0-1E4B-9DB3-664FE27337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AE64B2-36E4-5A4E-A78A-A629829A334F}"/>
              </a:ext>
            </a:extLst>
          </p:cNvPr>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1940380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C97F6C6D-13AE-FD40-841C-4AB96460C390}"/>
              </a:ext>
            </a:extLst>
          </p:cNvPr>
          <p:cNvSpPr/>
          <p:nvPr/>
        </p:nvSpPr>
        <p:spPr>
          <a:xfrm>
            <a:off x="4291015" y="1096772"/>
            <a:ext cx="7436404"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a:extLst>
              <a:ext uri="{FF2B5EF4-FFF2-40B4-BE49-F238E27FC236}">
                <a16:creationId xmlns:a16="http://schemas.microsoft.com/office/drawing/2014/main" id="{24E27617-2112-2342-9FF1-39F2A241CCCC}"/>
              </a:ext>
            </a:extLst>
          </p:cNvPr>
          <p:cNvSpPr/>
          <p:nvPr/>
        </p:nvSpPr>
        <p:spPr>
          <a:xfrm>
            <a:off x="4086371"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C33CE582-7AFE-D048-B5BC-212A12A28F25}"/>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9EAEF4-E84F-CF40-B27B-01E1D2AFC96D}"/>
              </a:ext>
            </a:extLst>
          </p:cNvPr>
          <p:cNvSpPr>
            <a:spLocks noGrp="1"/>
          </p:cNvSpPr>
          <p:nvPr>
            <p:ph type="title"/>
          </p:nvPr>
        </p:nvSpPr>
        <p:spPr>
          <a:xfrm>
            <a:off x="565150" y="1881951"/>
            <a:ext cx="7335836" cy="1987707"/>
          </a:xfrm>
        </p:spPr>
        <p:txBody>
          <a:bodyPr anchor="b"/>
          <a:lstStyle>
            <a:lvl1pPr>
              <a:defRPr sz="6000" spc="-150"/>
            </a:lvl1pPr>
          </a:lstStyle>
          <a:p>
            <a:r>
              <a:rPr lang="en-US" dirty="0"/>
              <a:t>Click to edit Master title style</a:t>
            </a:r>
          </a:p>
        </p:txBody>
      </p:sp>
      <p:sp>
        <p:nvSpPr>
          <p:cNvPr id="3" name="Text Placeholder 2">
            <a:extLst>
              <a:ext uri="{FF2B5EF4-FFF2-40B4-BE49-F238E27FC236}">
                <a16:creationId xmlns:a16="http://schemas.microsoft.com/office/drawing/2014/main" id="{5287B7E1-CC48-2441-975D-F1A5412B8A49}"/>
              </a:ext>
            </a:extLst>
          </p:cNvPr>
          <p:cNvSpPr>
            <a:spLocks noGrp="1"/>
          </p:cNvSpPr>
          <p:nvPr>
            <p:ph type="body" idx="1"/>
          </p:nvPr>
        </p:nvSpPr>
        <p:spPr>
          <a:xfrm>
            <a:off x="565149" y="3869661"/>
            <a:ext cx="7335836" cy="948465"/>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526218-1FCF-7A4D-B138-D1B1DE91A4B7}"/>
              </a:ext>
            </a:extLst>
          </p:cNvPr>
          <p:cNvSpPr>
            <a:spLocks noGrp="1"/>
          </p:cNvSpPr>
          <p:nvPr>
            <p:ph type="dt" sz="half" idx="10"/>
          </p:nvPr>
        </p:nvSpPr>
        <p:spPr/>
        <p:txBody>
          <a:bodyPr/>
          <a:lstStyle/>
          <a:p>
            <a:fld id="{73C3BD54-29B9-3D42-B178-776ED395AA85}" type="datetimeFigureOut">
              <a:rPr lang="en-US" smtClean="0"/>
              <a:t>3/20/2026</a:t>
            </a:fld>
            <a:endParaRPr lang="en-US"/>
          </a:p>
        </p:txBody>
      </p:sp>
      <p:sp>
        <p:nvSpPr>
          <p:cNvPr id="5" name="Footer Placeholder 4">
            <a:extLst>
              <a:ext uri="{FF2B5EF4-FFF2-40B4-BE49-F238E27FC236}">
                <a16:creationId xmlns:a16="http://schemas.microsoft.com/office/drawing/2014/main" id="{50984204-038C-FD4B-8E1C-0A9967BF22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359AB9-E1C6-C841-B423-FD2BB13C333F}"/>
              </a:ext>
            </a:extLst>
          </p:cNvPr>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2554241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057A-C120-5E4E-BB74-223EB6D005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9EB7BE-6258-C84C-8242-9865D1361C9E}"/>
              </a:ext>
            </a:extLst>
          </p:cNvPr>
          <p:cNvSpPr>
            <a:spLocks noGrp="1"/>
          </p:cNvSpPr>
          <p:nvPr>
            <p:ph sz="half" idx="1"/>
          </p:nvPr>
        </p:nvSpPr>
        <p:spPr>
          <a:xfrm>
            <a:off x="565111" y="2691637"/>
            <a:ext cx="4946643" cy="31897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3D23CD-80DB-5740-AE68-76414CA31A26}"/>
              </a:ext>
            </a:extLst>
          </p:cNvPr>
          <p:cNvSpPr>
            <a:spLocks noGrp="1"/>
          </p:cNvSpPr>
          <p:nvPr>
            <p:ph sz="half" idx="2"/>
          </p:nvPr>
        </p:nvSpPr>
        <p:spPr>
          <a:xfrm>
            <a:off x="6076903" y="2691637"/>
            <a:ext cx="4946639" cy="31897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FE0921-9102-1440-B315-778888723C9D}"/>
              </a:ext>
            </a:extLst>
          </p:cNvPr>
          <p:cNvSpPr>
            <a:spLocks noGrp="1"/>
          </p:cNvSpPr>
          <p:nvPr>
            <p:ph type="dt" sz="half" idx="10"/>
          </p:nvPr>
        </p:nvSpPr>
        <p:spPr/>
        <p:txBody>
          <a:bodyPr/>
          <a:lstStyle/>
          <a:p>
            <a:fld id="{73C3BD54-29B9-3D42-B178-776ED395AA85}" type="datetimeFigureOut">
              <a:rPr lang="en-US" smtClean="0"/>
              <a:t>3/20/2026</a:t>
            </a:fld>
            <a:endParaRPr lang="en-US"/>
          </a:p>
        </p:txBody>
      </p:sp>
      <p:sp>
        <p:nvSpPr>
          <p:cNvPr id="6" name="Footer Placeholder 5">
            <a:extLst>
              <a:ext uri="{FF2B5EF4-FFF2-40B4-BE49-F238E27FC236}">
                <a16:creationId xmlns:a16="http://schemas.microsoft.com/office/drawing/2014/main" id="{24D7802F-1937-2F43-8FF4-846135D6FC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609C72-E794-4F4F-8E09-D4883EED7237}"/>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0" name="Rectangle 49">
            <a:extLst>
              <a:ext uri="{FF2B5EF4-FFF2-40B4-BE49-F238E27FC236}">
                <a16:creationId xmlns:a16="http://schemas.microsoft.com/office/drawing/2014/main" id="{FFEFA3E2-0F30-664C-AAE4-DE6526B5C716}"/>
              </a:ext>
            </a:extLst>
          </p:cNvPr>
          <p:cNvSpPr/>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55" name="Rectangle 54">
            <a:extLst>
              <a:ext uri="{FF2B5EF4-FFF2-40B4-BE49-F238E27FC236}">
                <a16:creationId xmlns:a16="http://schemas.microsoft.com/office/drawing/2014/main" id="{0C3D7AFF-BC7E-BA41-9C64-B5F9619C0EA1}"/>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671D2311-E9B8-F041-A7B8-D5696903F22A}"/>
              </a:ext>
            </a:extLst>
          </p:cNvPr>
          <p:cNvSpPr/>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8147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9CA91-F119-0244-888A-95539A84DD6F}"/>
              </a:ext>
            </a:extLst>
          </p:cNvPr>
          <p:cNvSpPr>
            <a:spLocks noGrp="1"/>
          </p:cNvSpPr>
          <p:nvPr>
            <p:ph type="title"/>
          </p:nvPr>
        </p:nvSpPr>
        <p:spPr>
          <a:xfrm>
            <a:off x="565110" y="1204721"/>
            <a:ext cx="8266175" cy="14447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8A3EAC-4422-D548-8D7F-E9944566FBA9}"/>
              </a:ext>
            </a:extLst>
          </p:cNvPr>
          <p:cNvSpPr>
            <a:spLocks noGrp="1"/>
          </p:cNvSpPr>
          <p:nvPr>
            <p:ph type="body" idx="1"/>
          </p:nvPr>
        </p:nvSpPr>
        <p:spPr>
          <a:xfrm>
            <a:off x="565111" y="2691638"/>
            <a:ext cx="4946644" cy="823912"/>
          </a:xfrm>
        </p:spPr>
        <p:txBody>
          <a:bodyPr anchor="b"/>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9140CA2-88A9-CC42-A375-8B87E47CC5F9}"/>
              </a:ext>
            </a:extLst>
          </p:cNvPr>
          <p:cNvSpPr>
            <a:spLocks noGrp="1"/>
          </p:cNvSpPr>
          <p:nvPr>
            <p:ph sz="half" idx="2"/>
          </p:nvPr>
        </p:nvSpPr>
        <p:spPr>
          <a:xfrm>
            <a:off x="565111" y="3515550"/>
            <a:ext cx="4946644" cy="2366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5F960C-714E-2E4A-8141-A88F38274E48}"/>
              </a:ext>
            </a:extLst>
          </p:cNvPr>
          <p:cNvSpPr>
            <a:spLocks noGrp="1"/>
          </p:cNvSpPr>
          <p:nvPr>
            <p:ph type="body" sz="quarter" idx="3"/>
          </p:nvPr>
        </p:nvSpPr>
        <p:spPr>
          <a:xfrm>
            <a:off x="6076866" y="2691162"/>
            <a:ext cx="4946644" cy="823912"/>
          </a:xfrm>
        </p:spPr>
        <p:txBody>
          <a:bodyPr anchor="b"/>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97BC24-C907-EC4B-872D-17429A657716}"/>
              </a:ext>
            </a:extLst>
          </p:cNvPr>
          <p:cNvSpPr>
            <a:spLocks noGrp="1"/>
          </p:cNvSpPr>
          <p:nvPr>
            <p:ph sz="quarter" idx="4"/>
          </p:nvPr>
        </p:nvSpPr>
        <p:spPr>
          <a:xfrm>
            <a:off x="6076866" y="3515074"/>
            <a:ext cx="4946644" cy="2366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E2A045-4283-3C47-B125-68CF3B19FB08}"/>
              </a:ext>
            </a:extLst>
          </p:cNvPr>
          <p:cNvSpPr>
            <a:spLocks noGrp="1"/>
          </p:cNvSpPr>
          <p:nvPr>
            <p:ph type="dt" sz="half" idx="10"/>
          </p:nvPr>
        </p:nvSpPr>
        <p:spPr/>
        <p:txBody>
          <a:bodyPr/>
          <a:lstStyle/>
          <a:p>
            <a:fld id="{73C3BD54-29B9-3D42-B178-776ED395AA85}" type="datetimeFigureOut">
              <a:rPr lang="en-US" smtClean="0"/>
              <a:t>3/20/2026</a:t>
            </a:fld>
            <a:endParaRPr lang="en-US"/>
          </a:p>
        </p:txBody>
      </p:sp>
      <p:sp>
        <p:nvSpPr>
          <p:cNvPr id="8" name="Footer Placeholder 7">
            <a:extLst>
              <a:ext uri="{FF2B5EF4-FFF2-40B4-BE49-F238E27FC236}">
                <a16:creationId xmlns:a16="http://schemas.microsoft.com/office/drawing/2014/main" id="{7EBC25BC-2C98-574D-BCCD-E36CAB07F2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A5C95A-7789-E042-8471-D442D9BB545F}"/>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2" name="Rectangle 51">
            <a:extLst>
              <a:ext uri="{FF2B5EF4-FFF2-40B4-BE49-F238E27FC236}">
                <a16:creationId xmlns:a16="http://schemas.microsoft.com/office/drawing/2014/main" id="{3DF1BA5B-EDD8-B648-8A3E-E2B3570B1EA0}"/>
              </a:ext>
            </a:extLst>
          </p:cNvPr>
          <p:cNvSpPr/>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57" name="Rectangle 56">
            <a:extLst>
              <a:ext uri="{FF2B5EF4-FFF2-40B4-BE49-F238E27FC236}">
                <a16:creationId xmlns:a16="http://schemas.microsoft.com/office/drawing/2014/main" id="{D7476360-629C-DE48-85B7-F4BE6CC457DB}"/>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ross 13">
            <a:extLst>
              <a:ext uri="{FF2B5EF4-FFF2-40B4-BE49-F238E27FC236}">
                <a16:creationId xmlns:a16="http://schemas.microsoft.com/office/drawing/2014/main" id="{C5F6C588-FC1B-3147-AFA1-CD7D76C5AEAC}"/>
              </a:ext>
            </a:extLst>
          </p:cNvPr>
          <p:cNvSpPr/>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5659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15401-5318-7045-8AE3-B1A99F2D82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E2F55F-EB76-AE49-B554-12B65B636A90}"/>
              </a:ext>
            </a:extLst>
          </p:cNvPr>
          <p:cNvSpPr>
            <a:spLocks noGrp="1"/>
          </p:cNvSpPr>
          <p:nvPr>
            <p:ph type="dt" sz="half" idx="10"/>
          </p:nvPr>
        </p:nvSpPr>
        <p:spPr/>
        <p:txBody>
          <a:bodyPr/>
          <a:lstStyle/>
          <a:p>
            <a:fld id="{73C3BD54-29B9-3D42-B178-776ED395AA85}" type="datetimeFigureOut">
              <a:rPr lang="en-US" smtClean="0"/>
              <a:t>3/20/2026</a:t>
            </a:fld>
            <a:endParaRPr lang="en-US"/>
          </a:p>
        </p:txBody>
      </p:sp>
      <p:sp>
        <p:nvSpPr>
          <p:cNvPr id="4" name="Footer Placeholder 3">
            <a:extLst>
              <a:ext uri="{FF2B5EF4-FFF2-40B4-BE49-F238E27FC236}">
                <a16:creationId xmlns:a16="http://schemas.microsoft.com/office/drawing/2014/main" id="{86CB6E6E-D81E-C44A-AC54-CBE0134C10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E025B9-9F46-3049-9977-0119B96D393C}"/>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48" name="Rectangle 47">
            <a:extLst>
              <a:ext uri="{FF2B5EF4-FFF2-40B4-BE49-F238E27FC236}">
                <a16:creationId xmlns:a16="http://schemas.microsoft.com/office/drawing/2014/main" id="{65760068-EADA-2B4B-9819-CF981184FAEB}"/>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81DA7622-137E-184A-A93C-8DBB10318AE6}"/>
              </a:ext>
            </a:extLst>
          </p:cNvPr>
          <p:cNvSpPr/>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9" name="Cross 8">
            <a:extLst>
              <a:ext uri="{FF2B5EF4-FFF2-40B4-BE49-F238E27FC236}">
                <a16:creationId xmlns:a16="http://schemas.microsoft.com/office/drawing/2014/main" id="{54FB0990-6F8D-B048-8309-19B0D1A41033}"/>
              </a:ext>
            </a:extLst>
          </p:cNvPr>
          <p:cNvSpPr/>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4281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AF81DD-2B1F-3444-8023-DD52318FE9F6}"/>
              </a:ext>
            </a:extLst>
          </p:cNvPr>
          <p:cNvSpPr>
            <a:spLocks noGrp="1"/>
          </p:cNvSpPr>
          <p:nvPr>
            <p:ph type="dt" sz="half" idx="10"/>
          </p:nvPr>
        </p:nvSpPr>
        <p:spPr/>
        <p:txBody>
          <a:bodyPr/>
          <a:lstStyle/>
          <a:p>
            <a:fld id="{73C3BD54-29B9-3D42-B178-776ED395AA85}" type="datetimeFigureOut">
              <a:rPr lang="en-US" smtClean="0"/>
              <a:t>3/20/2026</a:t>
            </a:fld>
            <a:endParaRPr lang="en-US"/>
          </a:p>
        </p:txBody>
      </p:sp>
      <p:sp>
        <p:nvSpPr>
          <p:cNvPr id="3" name="Footer Placeholder 2">
            <a:extLst>
              <a:ext uri="{FF2B5EF4-FFF2-40B4-BE49-F238E27FC236}">
                <a16:creationId xmlns:a16="http://schemas.microsoft.com/office/drawing/2014/main" id="{36927EE3-DAA3-D948-B8FD-48417540B5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4532D4-FFBF-6C47-A6C9-D55196D91B87}"/>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47" name="Rectangle 46">
            <a:extLst>
              <a:ext uri="{FF2B5EF4-FFF2-40B4-BE49-F238E27FC236}">
                <a16:creationId xmlns:a16="http://schemas.microsoft.com/office/drawing/2014/main" id="{DB8D5541-7726-BA46-8BFA-BF6AA8D42BD7}"/>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ross 47">
            <a:extLst>
              <a:ext uri="{FF2B5EF4-FFF2-40B4-BE49-F238E27FC236}">
                <a16:creationId xmlns:a16="http://schemas.microsoft.com/office/drawing/2014/main" id="{97F434CF-7503-CE4F-8426-C312C6315AD0}"/>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FEDBFB2F-FE34-E349-9484-C275FBE31614}"/>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1045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DCFD-BEE6-AC49-BABD-D8B89C3B69D0}"/>
              </a:ext>
            </a:extLst>
          </p:cNvPr>
          <p:cNvSpPr>
            <a:spLocks noGrp="1"/>
          </p:cNvSpPr>
          <p:nvPr>
            <p:ph type="title"/>
          </p:nvPr>
        </p:nvSpPr>
        <p:spPr>
          <a:xfrm>
            <a:off x="565149" y="1203800"/>
            <a:ext cx="4114800" cy="1077218"/>
          </a:xfrm>
        </p:spPr>
        <p:txBody>
          <a:bodyPr anchor="b">
            <a:normAutofit/>
          </a:bodyPr>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431DE035-8260-4443-B1D9-A9C8D584039E}"/>
              </a:ext>
            </a:extLst>
          </p:cNvPr>
          <p:cNvSpPr>
            <a:spLocks noGrp="1"/>
          </p:cNvSpPr>
          <p:nvPr>
            <p:ph idx="1"/>
          </p:nvPr>
        </p:nvSpPr>
        <p:spPr>
          <a:xfrm>
            <a:off x="5611813" y="1508252"/>
            <a:ext cx="5606518" cy="4045881"/>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CCC1AA53-7507-D04B-9B8E-6A4F7122ECA5}"/>
              </a:ext>
            </a:extLst>
          </p:cNvPr>
          <p:cNvSpPr>
            <a:spLocks noGrp="1"/>
          </p:cNvSpPr>
          <p:nvPr>
            <p:ph type="body" sz="half" idx="2"/>
          </p:nvPr>
        </p:nvSpPr>
        <p:spPr>
          <a:xfrm>
            <a:off x="565149" y="2368295"/>
            <a:ext cx="4114800" cy="31858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56E11F-3003-0745-ACAB-FAA4E676EFCD}"/>
              </a:ext>
            </a:extLst>
          </p:cNvPr>
          <p:cNvSpPr>
            <a:spLocks noGrp="1"/>
          </p:cNvSpPr>
          <p:nvPr>
            <p:ph type="dt" sz="half" idx="10"/>
          </p:nvPr>
        </p:nvSpPr>
        <p:spPr/>
        <p:txBody>
          <a:bodyPr/>
          <a:lstStyle/>
          <a:p>
            <a:fld id="{73C3BD54-29B9-3D42-B178-776ED395AA85}" type="datetimeFigureOut">
              <a:rPr lang="en-US" smtClean="0"/>
              <a:t>3/20/2026</a:t>
            </a:fld>
            <a:endParaRPr lang="en-US"/>
          </a:p>
        </p:txBody>
      </p:sp>
      <p:sp>
        <p:nvSpPr>
          <p:cNvPr id="6" name="Footer Placeholder 5">
            <a:extLst>
              <a:ext uri="{FF2B5EF4-FFF2-40B4-BE49-F238E27FC236}">
                <a16:creationId xmlns:a16="http://schemas.microsoft.com/office/drawing/2014/main" id="{92BC11A6-59AC-FE45-8A1C-9DDC00582A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D6F51E-1A94-034C-BBEE-C26A3AF0E815}"/>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0" name="Rectangle 49">
            <a:extLst>
              <a:ext uri="{FF2B5EF4-FFF2-40B4-BE49-F238E27FC236}">
                <a16:creationId xmlns:a16="http://schemas.microsoft.com/office/drawing/2014/main" id="{50B7D330-76C0-224C-9C3C-27C4D2B0DDB4}"/>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35464D55-5C51-844B-A38A-8143590FB934}"/>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FD988250-C554-DE44-B887-57D0B2AA8E37}"/>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7059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86C7C-36AD-9A4E-8524-8F44E8839EA8}"/>
              </a:ext>
            </a:extLst>
          </p:cNvPr>
          <p:cNvSpPr>
            <a:spLocks noGrp="1"/>
          </p:cNvSpPr>
          <p:nvPr>
            <p:ph type="title"/>
          </p:nvPr>
        </p:nvSpPr>
        <p:spPr>
          <a:xfrm>
            <a:off x="565149" y="1203800"/>
            <a:ext cx="4114800" cy="1077218"/>
          </a:xfrm>
        </p:spPr>
        <p:txBody>
          <a:bodyPr anchor="b">
            <a:normAutofit/>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015248-4C80-3348-A8A9-6C9F5D32FCE3}"/>
              </a:ext>
            </a:extLst>
          </p:cNvPr>
          <p:cNvSpPr>
            <a:spLocks noGrp="1"/>
          </p:cNvSpPr>
          <p:nvPr>
            <p:ph type="pic" idx="1"/>
          </p:nvPr>
        </p:nvSpPr>
        <p:spPr>
          <a:xfrm>
            <a:off x="5631151" y="1096772"/>
            <a:ext cx="6096270" cy="5761228"/>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B3083-CA16-C54A-B130-7BEE6DF9D815}"/>
              </a:ext>
            </a:extLst>
          </p:cNvPr>
          <p:cNvSpPr>
            <a:spLocks noGrp="1"/>
          </p:cNvSpPr>
          <p:nvPr>
            <p:ph type="body" sz="half" idx="2"/>
          </p:nvPr>
        </p:nvSpPr>
        <p:spPr>
          <a:xfrm>
            <a:off x="565149" y="2370666"/>
            <a:ext cx="4114800" cy="318346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3C6EB5-D7D1-E247-B9D7-D319E5AAB962}"/>
              </a:ext>
            </a:extLst>
          </p:cNvPr>
          <p:cNvSpPr>
            <a:spLocks noGrp="1"/>
          </p:cNvSpPr>
          <p:nvPr>
            <p:ph type="dt" sz="half" idx="10"/>
          </p:nvPr>
        </p:nvSpPr>
        <p:spPr/>
        <p:txBody>
          <a:bodyPr/>
          <a:lstStyle/>
          <a:p>
            <a:fld id="{73C3BD54-29B9-3D42-B178-776ED395AA85}" type="datetimeFigureOut">
              <a:rPr lang="en-US" smtClean="0"/>
              <a:t>3/20/2026</a:t>
            </a:fld>
            <a:endParaRPr lang="en-US"/>
          </a:p>
        </p:txBody>
      </p:sp>
      <p:sp>
        <p:nvSpPr>
          <p:cNvPr id="6" name="Footer Placeholder 5">
            <a:extLst>
              <a:ext uri="{FF2B5EF4-FFF2-40B4-BE49-F238E27FC236}">
                <a16:creationId xmlns:a16="http://schemas.microsoft.com/office/drawing/2014/main" id="{75FBF6CC-F5C4-9847-BADB-8B7441C8F3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63FE4-B2F5-7741-B517-533F1C98CE1B}"/>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4" name="Rectangle 53">
            <a:extLst>
              <a:ext uri="{FF2B5EF4-FFF2-40B4-BE49-F238E27FC236}">
                <a16:creationId xmlns:a16="http://schemas.microsoft.com/office/drawing/2014/main" id="{AB80A771-7D8E-0F4A-93A3-B977667D338E}"/>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C9320FA-0E3A-2749-9085-DF30FA26F4BD}"/>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5A3DF5D0-8A2C-A049-9132-EE1EF7D014D4}"/>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8546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9F6C0E12-251D-EA44-BF81-4ABDFBB94321}"/>
              </a:ext>
            </a:extLst>
          </p:cNvPr>
          <p:cNvSpPr/>
          <p:nvPr/>
        </p:nvSpPr>
        <p:spPr>
          <a:xfrm>
            <a:off x="7087169" y="1096772"/>
            <a:ext cx="4652226"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DC5FF4-095A-114E-87B6-73C7ADFF97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1E6EC9-9650-2042-8581-5B4082F941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4A0800-B373-3B40-B187-30AFE44CDD1D}"/>
              </a:ext>
            </a:extLst>
          </p:cNvPr>
          <p:cNvSpPr>
            <a:spLocks noGrp="1"/>
          </p:cNvSpPr>
          <p:nvPr>
            <p:ph type="dt" sz="half" idx="10"/>
          </p:nvPr>
        </p:nvSpPr>
        <p:spPr/>
        <p:txBody>
          <a:bodyPr/>
          <a:lstStyle/>
          <a:p>
            <a:fld id="{73C3BD54-29B9-3D42-B178-776ED395AA85}" type="datetimeFigureOut">
              <a:rPr lang="en-US" smtClean="0"/>
              <a:t>3/20/2026</a:t>
            </a:fld>
            <a:endParaRPr lang="en-US"/>
          </a:p>
        </p:txBody>
      </p:sp>
      <p:sp>
        <p:nvSpPr>
          <p:cNvPr id="5" name="Footer Placeholder 4">
            <a:extLst>
              <a:ext uri="{FF2B5EF4-FFF2-40B4-BE49-F238E27FC236}">
                <a16:creationId xmlns:a16="http://schemas.microsoft.com/office/drawing/2014/main" id="{C10A4C1C-C790-B449-8C06-78E8303F9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3E620-F86B-F447-AB06-DDAB39192507}"/>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49" name="Rectangle 48">
            <a:extLst>
              <a:ext uri="{FF2B5EF4-FFF2-40B4-BE49-F238E27FC236}">
                <a16:creationId xmlns:a16="http://schemas.microsoft.com/office/drawing/2014/main" id="{80487CB5-43E0-974C-9DDC-252A8A37107F}"/>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ross 9">
            <a:extLst>
              <a:ext uri="{FF2B5EF4-FFF2-40B4-BE49-F238E27FC236}">
                <a16:creationId xmlns:a16="http://schemas.microsoft.com/office/drawing/2014/main" id="{E9CB83EF-4143-5A45-9B3A-9E70DD50253B}"/>
              </a:ext>
            </a:extLst>
          </p:cNvPr>
          <p:cNvSpPr/>
          <p:nvPr/>
        </p:nvSpPr>
        <p:spPr>
          <a:xfrm>
            <a:off x="11415183"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0330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9DF801-FF8E-6247-9065-D9304CD6093A}"/>
              </a:ext>
            </a:extLst>
          </p:cNvPr>
          <p:cNvSpPr>
            <a:spLocks noGrp="1"/>
          </p:cNvSpPr>
          <p:nvPr>
            <p:ph type="title" orient="vert"/>
          </p:nvPr>
        </p:nvSpPr>
        <p:spPr>
          <a:xfrm>
            <a:off x="9355667" y="1204722"/>
            <a:ext cx="1853360" cy="467664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0E2615-7E4D-AB47-ACE6-236D716D7D24}"/>
              </a:ext>
            </a:extLst>
          </p:cNvPr>
          <p:cNvSpPr>
            <a:spLocks noGrp="1"/>
          </p:cNvSpPr>
          <p:nvPr>
            <p:ph type="body" orient="vert" idx="1"/>
          </p:nvPr>
        </p:nvSpPr>
        <p:spPr>
          <a:xfrm>
            <a:off x="973667" y="1204722"/>
            <a:ext cx="8274047" cy="46969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1F0223-5AC9-374E-BD0C-344F67E2A85B}"/>
              </a:ext>
            </a:extLst>
          </p:cNvPr>
          <p:cNvSpPr>
            <a:spLocks noGrp="1"/>
          </p:cNvSpPr>
          <p:nvPr>
            <p:ph type="dt" sz="half" idx="10"/>
          </p:nvPr>
        </p:nvSpPr>
        <p:spPr/>
        <p:txBody>
          <a:bodyPr/>
          <a:lstStyle/>
          <a:p>
            <a:fld id="{73C3BD54-29B9-3D42-B178-776ED395AA85}" type="datetimeFigureOut">
              <a:rPr lang="en-US" smtClean="0"/>
              <a:t>3/20/2026</a:t>
            </a:fld>
            <a:endParaRPr lang="en-US"/>
          </a:p>
        </p:txBody>
      </p:sp>
      <p:sp>
        <p:nvSpPr>
          <p:cNvPr id="5" name="Footer Placeholder 4">
            <a:extLst>
              <a:ext uri="{FF2B5EF4-FFF2-40B4-BE49-F238E27FC236}">
                <a16:creationId xmlns:a16="http://schemas.microsoft.com/office/drawing/2014/main" id="{3EBEDD42-54A1-E648-8829-140EC4C571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8FDF8F-8DBC-8A47-8000-5BA35DF9F903}"/>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1" name="Rectangle 50">
            <a:extLst>
              <a:ext uri="{FF2B5EF4-FFF2-40B4-BE49-F238E27FC236}">
                <a16:creationId xmlns:a16="http://schemas.microsoft.com/office/drawing/2014/main" id="{F2CE2A98-5154-A544-BE2A-FDC0811C19A0}"/>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C4EC832-8181-5643-8A62-117E43F0E498}"/>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ross 9">
            <a:extLst>
              <a:ext uri="{FF2B5EF4-FFF2-40B4-BE49-F238E27FC236}">
                <a16:creationId xmlns:a16="http://schemas.microsoft.com/office/drawing/2014/main" id="{24AF3281-BC22-374D-A461-8B3181F600AA}"/>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5747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952BFD-D607-6845-9C7B-1C8D3B4EE760}"/>
              </a:ext>
            </a:extLst>
          </p:cNvPr>
          <p:cNvSpPr>
            <a:spLocks noGrp="1"/>
          </p:cNvSpPr>
          <p:nvPr>
            <p:ph type="title"/>
          </p:nvPr>
        </p:nvSpPr>
        <p:spPr>
          <a:xfrm>
            <a:off x="565149" y="1204721"/>
            <a:ext cx="8267296" cy="144655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EBB52FF-3B04-8245-BF0B-89C9E293362A}"/>
              </a:ext>
            </a:extLst>
          </p:cNvPr>
          <p:cNvSpPr>
            <a:spLocks noGrp="1"/>
          </p:cNvSpPr>
          <p:nvPr>
            <p:ph type="body" idx="1"/>
          </p:nvPr>
        </p:nvSpPr>
        <p:spPr>
          <a:xfrm>
            <a:off x="565150" y="2691638"/>
            <a:ext cx="8267296" cy="31885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DA99BFE-CBDD-C344-A21E-44A52F11B662}"/>
              </a:ext>
            </a:extLst>
          </p:cNvPr>
          <p:cNvSpPr>
            <a:spLocks noGrp="1"/>
          </p:cNvSpPr>
          <p:nvPr>
            <p:ph type="dt" sz="half" idx="2"/>
          </p:nvPr>
        </p:nvSpPr>
        <p:spPr>
          <a:xfrm>
            <a:off x="565149" y="5949696"/>
            <a:ext cx="4114800" cy="365125"/>
          </a:xfrm>
          <a:prstGeom prst="rect">
            <a:avLst/>
          </a:prstGeom>
        </p:spPr>
        <p:txBody>
          <a:bodyPr vert="horz" lIns="91440" tIns="45720" rIns="91440" bIns="45720" rtlCol="0" anchor="ctr" anchorCtr="0"/>
          <a:lstStyle>
            <a:lvl1pPr algn="l">
              <a:defRPr lang="en-US" sz="1050" smtClean="0">
                <a:latin typeface="+mn-lt"/>
              </a:defRPr>
            </a:lvl1pPr>
          </a:lstStyle>
          <a:p>
            <a:fld id="{73C3BD54-29B9-3D42-B178-776ED395AA85}" type="datetimeFigureOut">
              <a:rPr lang="en-US" smtClean="0"/>
              <a:pPr/>
              <a:t>3/20/2026</a:t>
            </a:fld>
            <a:endParaRPr lang="en-US" dirty="0"/>
          </a:p>
        </p:txBody>
      </p:sp>
      <p:sp>
        <p:nvSpPr>
          <p:cNvPr id="5" name="Footer Placeholder 4">
            <a:extLst>
              <a:ext uri="{FF2B5EF4-FFF2-40B4-BE49-F238E27FC236}">
                <a16:creationId xmlns:a16="http://schemas.microsoft.com/office/drawing/2014/main" id="{BDC371C0-3DCE-0743-946F-C7540DD7895F}"/>
              </a:ext>
            </a:extLst>
          </p:cNvPr>
          <p:cNvSpPr>
            <a:spLocks noGrp="1"/>
          </p:cNvSpPr>
          <p:nvPr>
            <p:ph type="ftr" sz="quarter" idx="3"/>
          </p:nvPr>
        </p:nvSpPr>
        <p:spPr>
          <a:xfrm>
            <a:off x="565150" y="543179"/>
            <a:ext cx="4114800" cy="246888"/>
          </a:xfrm>
          <a:prstGeom prst="rect">
            <a:avLst/>
          </a:prstGeom>
        </p:spPr>
        <p:txBody>
          <a:bodyPr vert="horz" lIns="91440" tIns="45720" rIns="91440" bIns="45720" rtlCol="0" anchor="ctr" anchorCtr="0"/>
          <a:lstStyle>
            <a:lvl1pPr algn="l">
              <a:defRPr lang="en-US" sz="1050">
                <a:latin typeface="+mn-lt"/>
              </a:defRPr>
            </a:lvl1pPr>
          </a:lstStyle>
          <a:p>
            <a:endParaRPr lang="en-US" dirty="0"/>
          </a:p>
        </p:txBody>
      </p:sp>
      <p:sp>
        <p:nvSpPr>
          <p:cNvPr id="6" name="Slide Number Placeholder 5">
            <a:extLst>
              <a:ext uri="{FF2B5EF4-FFF2-40B4-BE49-F238E27FC236}">
                <a16:creationId xmlns:a16="http://schemas.microsoft.com/office/drawing/2014/main" id="{E6E32ADB-4517-194F-8B4B-A9D26B3C02E3}"/>
              </a:ext>
            </a:extLst>
          </p:cNvPr>
          <p:cNvSpPr>
            <a:spLocks noGrp="1"/>
          </p:cNvSpPr>
          <p:nvPr>
            <p:ph type="sldNum" sz="quarter" idx="4"/>
          </p:nvPr>
        </p:nvSpPr>
        <p:spPr>
          <a:xfrm>
            <a:off x="10813024" y="511175"/>
            <a:ext cx="914400" cy="310896"/>
          </a:xfrm>
          <a:prstGeom prst="rect">
            <a:avLst/>
          </a:prstGeom>
        </p:spPr>
        <p:txBody>
          <a:bodyPr vert="horz" lIns="91440" tIns="45720" rIns="91440" bIns="45720" rtlCol="0" anchor="ctr"/>
          <a:lstStyle>
            <a:lvl1pPr algn="r">
              <a:defRPr sz="1400" b="0" i="0">
                <a:solidFill>
                  <a:schemeClr val="tx1"/>
                </a:solidFill>
                <a:latin typeface="+mn-lt"/>
              </a:defRPr>
            </a:lvl1pPr>
          </a:lstStyle>
          <a:p>
            <a:fld id="{86BB3423-611C-6944-BA94-F2572F362413}" type="slidenum">
              <a:rPr lang="en-US" smtClean="0"/>
              <a:pPr/>
              <a:t>‹#›</a:t>
            </a:fld>
            <a:endParaRPr lang="en-US"/>
          </a:p>
        </p:txBody>
      </p:sp>
    </p:spTree>
    <p:extLst>
      <p:ext uri="{BB962C8B-B14F-4D97-AF65-F5344CB8AC3E}">
        <p14:creationId xmlns:p14="http://schemas.microsoft.com/office/powerpoint/2010/main" val="4087665750"/>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System Font Regular"/>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System Font Regular"/>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System Font Regular"/>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System Font Regular"/>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System Font Regular"/>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majmuah.com/journal/index.php/bij/article/view/458/224" TargetMode="External"/><Relationship Id="rId2" Type="http://schemas.openxmlformats.org/officeDocument/2006/relationships/hyperlink" Target="https://www.researchgate.net/publication/390626662_Ransomware_Attacks_on_Critical_Infrastructure_Effects_and_Prevention_Strategies" TargetMode="External"/><Relationship Id="rId1" Type="http://schemas.openxmlformats.org/officeDocument/2006/relationships/slideLayout" Target="../slideLayouts/slideLayout2.xml"/><Relationship Id="rId4" Type="http://schemas.openxmlformats.org/officeDocument/2006/relationships/hyperlink" Target="https://www.ijert.org/research/ransomware-threats-IJERTCONV8IS15015.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CA2C65D-0168-1245-86C8-62A8A6F7B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80B276-E47E-D9D0-9DFF-35292F08099C}"/>
              </a:ext>
            </a:extLst>
          </p:cNvPr>
          <p:cNvSpPr>
            <a:spLocks noGrp="1"/>
          </p:cNvSpPr>
          <p:nvPr>
            <p:ph type="ctrTitle"/>
          </p:nvPr>
        </p:nvSpPr>
        <p:spPr>
          <a:xfrm>
            <a:off x="6562614" y="1625608"/>
            <a:ext cx="4655719" cy="2722164"/>
          </a:xfrm>
        </p:spPr>
        <p:txBody>
          <a:bodyPr>
            <a:normAutofit/>
          </a:bodyPr>
          <a:lstStyle/>
          <a:p>
            <a:pPr>
              <a:lnSpc>
                <a:spcPct val="90000"/>
              </a:lnSpc>
              <a:spcAft>
                <a:spcPts val="800"/>
              </a:spcAft>
            </a:pPr>
            <a:r>
              <a:rPr lang="en-IN" sz="2600">
                <a:effectLst/>
                <a:latin typeface="Century Gothic" panose="020B0502020202020204" pitchFamily="34" charset="0"/>
                <a:ea typeface="SimSun" panose="02010600030101010101" pitchFamily="2" charset="-122"/>
                <a:cs typeface="Cordia New" panose="020B0304020202020204" pitchFamily="34" charset="-34"/>
              </a:rPr>
              <a:t>Problem Statement: Cybersecurity Risk Assessment Framework for Small Businesses</a:t>
            </a:r>
            <a:br>
              <a:rPr lang="en-IN" sz="2600">
                <a:effectLst/>
                <a:latin typeface="Century Gothic" panose="020B0502020202020204" pitchFamily="34" charset="0"/>
                <a:ea typeface="SimSun" panose="02010600030101010101" pitchFamily="2" charset="-122"/>
                <a:cs typeface="Cordia New" panose="020B0304020202020204" pitchFamily="34" charset="-34"/>
              </a:rPr>
            </a:br>
            <a:r>
              <a:rPr lang="en-IN" sz="2600">
                <a:effectLst/>
                <a:latin typeface="Century Gothic" panose="020B0502020202020204" pitchFamily="34" charset="0"/>
                <a:ea typeface="SimSun" panose="02010600030101010101" pitchFamily="2" charset="-122"/>
                <a:cs typeface="Cordia New" panose="020B0304020202020204" pitchFamily="34" charset="-34"/>
              </a:rPr>
              <a:t> </a:t>
            </a:r>
            <a:br>
              <a:rPr lang="en-IN" sz="2600">
                <a:effectLst/>
                <a:latin typeface="Century Gothic" panose="020B0502020202020204" pitchFamily="34" charset="0"/>
                <a:ea typeface="SimSun" panose="02010600030101010101" pitchFamily="2" charset="-122"/>
                <a:cs typeface="Cordia New" panose="020B0304020202020204" pitchFamily="34" charset="-34"/>
              </a:rPr>
            </a:br>
            <a:endParaRPr lang="en-IN" sz="2600"/>
          </a:p>
        </p:txBody>
      </p:sp>
      <p:sp>
        <p:nvSpPr>
          <p:cNvPr id="3" name="Subtitle 2">
            <a:extLst>
              <a:ext uri="{FF2B5EF4-FFF2-40B4-BE49-F238E27FC236}">
                <a16:creationId xmlns:a16="http://schemas.microsoft.com/office/drawing/2014/main" id="{AD9F59FA-E85B-D8A4-7831-0245FF13922D}"/>
              </a:ext>
            </a:extLst>
          </p:cNvPr>
          <p:cNvSpPr>
            <a:spLocks noGrp="1"/>
          </p:cNvSpPr>
          <p:nvPr>
            <p:ph type="subTitle" idx="1"/>
          </p:nvPr>
        </p:nvSpPr>
        <p:spPr>
          <a:xfrm>
            <a:off x="6562614" y="4466845"/>
            <a:ext cx="4655719" cy="882904"/>
          </a:xfrm>
        </p:spPr>
        <p:txBody>
          <a:bodyPr>
            <a:normAutofit/>
          </a:bodyPr>
          <a:lstStyle/>
          <a:p>
            <a:r>
              <a:rPr lang="en-IN">
                <a:effectLst/>
                <a:latin typeface="Century Gothic" panose="020B0502020202020204" pitchFamily="34" charset="0"/>
                <a:ea typeface="SimSun" panose="02010600030101010101" pitchFamily="2" charset="-122"/>
                <a:cs typeface="Cordia New" panose="020B0304020202020204" pitchFamily="34" charset="-34"/>
              </a:rPr>
              <a:t>Presented by: Atharva </a:t>
            </a:r>
            <a:r>
              <a:rPr lang="en-IN" err="1">
                <a:effectLst/>
                <a:latin typeface="Century Gothic" panose="020B0502020202020204" pitchFamily="34" charset="0"/>
                <a:ea typeface="SimSun" panose="02010600030101010101" pitchFamily="2" charset="-122"/>
                <a:cs typeface="Cordia New" panose="020B0304020202020204" pitchFamily="34" charset="-34"/>
              </a:rPr>
              <a:t>Lugade</a:t>
            </a:r>
            <a:endParaRPr lang="en-IN">
              <a:effectLst/>
              <a:latin typeface="Century Gothic" panose="020B0502020202020204" pitchFamily="34" charset="0"/>
              <a:ea typeface="SimSun" panose="02010600030101010101" pitchFamily="2" charset="-122"/>
              <a:cs typeface="Cordia New" panose="020B0304020202020204" pitchFamily="34" charset="-34"/>
            </a:endParaRPr>
          </a:p>
          <a:p>
            <a:endParaRPr lang="en-IN" dirty="0"/>
          </a:p>
        </p:txBody>
      </p:sp>
      <p:pic>
        <p:nvPicPr>
          <p:cNvPr id="4" name="Picture 3" descr="A colorful circles and lines&#10;&#10;Description automatically generated">
            <a:extLst>
              <a:ext uri="{FF2B5EF4-FFF2-40B4-BE49-F238E27FC236}">
                <a16:creationId xmlns:a16="http://schemas.microsoft.com/office/drawing/2014/main" id="{285CE4C7-317B-49ED-37C7-63074FC3AEFC}"/>
              </a:ext>
            </a:extLst>
          </p:cNvPr>
          <p:cNvPicPr>
            <a:picLocks noChangeAspect="1"/>
          </p:cNvPicPr>
          <p:nvPr/>
        </p:nvPicPr>
        <p:blipFill>
          <a:blip r:embed="rId2"/>
          <a:srcRect l="19251" r="21539" b="-2"/>
          <a:stretch>
            <a:fillRect/>
          </a:stretch>
        </p:blipFill>
        <p:spPr>
          <a:xfrm>
            <a:off x="20" y="10"/>
            <a:ext cx="6038037" cy="6857990"/>
          </a:xfrm>
          <a:prstGeom prst="rect">
            <a:avLst/>
          </a:prstGeom>
        </p:spPr>
      </p:pic>
      <p:sp>
        <p:nvSpPr>
          <p:cNvPr id="20" name="Cross 19">
            <a:extLst>
              <a:ext uri="{FF2B5EF4-FFF2-40B4-BE49-F238E27FC236}">
                <a16:creationId xmlns:a16="http://schemas.microsoft.com/office/drawing/2014/main" id="{12E8ED90-6D42-AE40-963A-3924EE2073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30625" y="562356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55E9273-3717-C94C-9BFF-75E87E47C4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6255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EAF49-2270-2B56-BA40-65403C1924BE}"/>
              </a:ext>
            </a:extLst>
          </p:cNvPr>
          <p:cNvSpPr>
            <a:spLocks noGrp="1"/>
          </p:cNvSpPr>
          <p:nvPr>
            <p:ph type="title"/>
          </p:nvPr>
        </p:nvSpPr>
        <p:spPr>
          <a:xfrm>
            <a:off x="593141" y="859488"/>
            <a:ext cx="8267296" cy="1446550"/>
          </a:xfrm>
        </p:spPr>
        <p:txBody>
          <a:bodyPr/>
          <a:lstStyle/>
          <a:p>
            <a:r>
              <a:rPr lang="en-IN" dirty="0"/>
              <a:t>Introduction</a:t>
            </a:r>
          </a:p>
        </p:txBody>
      </p:sp>
      <p:sp>
        <p:nvSpPr>
          <p:cNvPr id="4" name="Rectangle 1">
            <a:extLst>
              <a:ext uri="{FF2B5EF4-FFF2-40B4-BE49-F238E27FC236}">
                <a16:creationId xmlns:a16="http://schemas.microsoft.com/office/drawing/2014/main" id="{2443921A-75B2-10F4-DCA4-CF1FE84B0780}"/>
              </a:ext>
            </a:extLst>
          </p:cNvPr>
          <p:cNvSpPr>
            <a:spLocks noGrp="1" noChangeArrowheads="1"/>
          </p:cNvSpPr>
          <p:nvPr>
            <p:ph idx="1"/>
          </p:nvPr>
        </p:nvSpPr>
        <p:spPr bwMode="auto">
          <a:xfrm>
            <a:off x="350545" y="2029211"/>
            <a:ext cx="5835651" cy="435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400" dirty="0"/>
              <a:t>In today’s digital era, businesses rely heavily on information technology for operations, data storage, and services. While digital transformation improves efficiency, it also introduces significant cybersecurity risks. Small and Medium Enterprises (SMEs) are especially vulnerable due to limited resources, lack of expertise, and weak security infrastructure, making them common targets for threats like phishing, ransomware, malware, and data breaches.</a:t>
            </a:r>
          </a:p>
          <a:p>
            <a:r>
              <a:rPr lang="en-US" sz="1400" dirty="0"/>
              <a:t>These incidents can cause financial loss, reputational damage, legal issues, and operational disruption. As cyber threats evolve, SMEs must adopt a structured approach to identify, assess, and mitigate risks.</a:t>
            </a:r>
          </a:p>
          <a:p>
            <a:r>
              <a:rPr lang="en-US" sz="1400" dirty="0"/>
              <a:t>This project develops a scalable risk assessment model based on likelihood and impact to categorize risks and guide mitigation strategies. It also includes an Excel-based implementation for automated risk evaluation and uses case studies to validate its effectiveness.</a:t>
            </a:r>
          </a:p>
          <a:p>
            <a:r>
              <a:rPr lang="en-US" sz="1400" dirty="0"/>
              <a:t>Overall, the project demonstrates how a structured cybersecurity framework can help SMEs reduce risks, protect assets, and ensure business continuity.</a:t>
            </a:r>
          </a:p>
        </p:txBody>
      </p:sp>
    </p:spTree>
    <p:extLst>
      <p:ext uri="{BB962C8B-B14F-4D97-AF65-F5344CB8AC3E}">
        <p14:creationId xmlns:p14="http://schemas.microsoft.com/office/powerpoint/2010/main" val="3135176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1D227D51-204B-ED48-AF9A-0BE9633FE0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4243" y="1096772"/>
            <a:ext cx="6503180"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Cross 2056">
            <a:extLst>
              <a:ext uri="{FF2B5EF4-FFF2-40B4-BE49-F238E27FC236}">
                <a16:creationId xmlns:a16="http://schemas.microsoft.com/office/drawing/2014/main" id="{57A23F45-CDAE-8A40-8DE7-92A0BBC119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6811"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68546383-CCC4-544B-B0D8-DE78DE39B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61" name="Rectangle 2060">
            <a:extLst>
              <a:ext uri="{FF2B5EF4-FFF2-40B4-BE49-F238E27FC236}">
                <a16:creationId xmlns:a16="http://schemas.microsoft.com/office/drawing/2014/main" id="{6CA2C65D-0168-1245-86C8-62A8A6F7B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9940D4-E10A-14AF-9C70-AF3399428247}"/>
              </a:ext>
            </a:extLst>
          </p:cNvPr>
          <p:cNvSpPr>
            <a:spLocks noGrp="1"/>
          </p:cNvSpPr>
          <p:nvPr>
            <p:ph type="title"/>
          </p:nvPr>
        </p:nvSpPr>
        <p:spPr>
          <a:xfrm>
            <a:off x="8417240" y="1625608"/>
            <a:ext cx="2976767" cy="2722164"/>
          </a:xfrm>
        </p:spPr>
        <p:txBody>
          <a:bodyPr vert="horz" lIns="91440" tIns="45720" rIns="91440" bIns="45720" rtlCol="0" anchor="b">
            <a:normAutofit/>
          </a:bodyPr>
          <a:lstStyle/>
          <a:p>
            <a:pPr>
              <a:lnSpc>
                <a:spcPct val="90000"/>
              </a:lnSpc>
            </a:pPr>
            <a:r>
              <a:rPr lang="en-US" sz="2900" b="1" kern="1200" cap="all" spc="-150">
                <a:solidFill>
                  <a:schemeClr val="tx1"/>
                </a:solidFill>
                <a:effectLst/>
                <a:latin typeface="+mj-lt"/>
                <a:ea typeface="+mj-ea"/>
                <a:cs typeface="+mj-cs"/>
              </a:rPr>
              <a:t>Research on some common cybersecurity risks</a:t>
            </a:r>
            <a:br>
              <a:rPr lang="en-US" sz="2900" b="1" kern="1200" cap="all" spc="-150">
                <a:solidFill>
                  <a:schemeClr val="tx1"/>
                </a:solidFill>
                <a:effectLst/>
                <a:latin typeface="+mj-lt"/>
                <a:ea typeface="+mj-ea"/>
                <a:cs typeface="+mj-cs"/>
              </a:rPr>
            </a:br>
            <a:endParaRPr lang="en-US" sz="2900" b="1" kern="1200" spc="-150">
              <a:solidFill>
                <a:schemeClr val="tx1"/>
              </a:solidFill>
              <a:latin typeface="+mj-lt"/>
              <a:ea typeface="+mj-ea"/>
              <a:cs typeface="+mj-cs"/>
            </a:endParaRPr>
          </a:p>
        </p:txBody>
      </p:sp>
      <p:pic>
        <p:nvPicPr>
          <p:cNvPr id="2050" name="Picture 2">
            <a:extLst>
              <a:ext uri="{FF2B5EF4-FFF2-40B4-BE49-F238E27FC236}">
                <a16:creationId xmlns:a16="http://schemas.microsoft.com/office/drawing/2014/main" id="{0BE5063C-2E03-71FE-6740-AE1F9F81CA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30990" y="1216914"/>
            <a:ext cx="8950961" cy="4139819"/>
          </a:xfrm>
          <a:prstGeom prst="rect">
            <a:avLst/>
          </a:prstGeom>
          <a:noFill/>
          <a:extLst>
            <a:ext uri="{909E8E84-426E-40DD-AFC4-6F175D3DCCD1}">
              <a14:hiddenFill xmlns:a14="http://schemas.microsoft.com/office/drawing/2010/main">
                <a:solidFill>
                  <a:srgbClr val="FFFFFF"/>
                </a:solidFill>
              </a14:hiddenFill>
            </a:ext>
          </a:extLst>
        </p:spPr>
      </p:pic>
      <p:sp>
        <p:nvSpPr>
          <p:cNvPr id="2063" name="Cross 2062">
            <a:extLst>
              <a:ext uri="{FF2B5EF4-FFF2-40B4-BE49-F238E27FC236}">
                <a16:creationId xmlns:a16="http://schemas.microsoft.com/office/drawing/2014/main" id="{56EC6756-249A-354D-B2C0-DA82BEEEC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8518"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Rectangle 2064">
            <a:extLst>
              <a:ext uri="{FF2B5EF4-FFF2-40B4-BE49-F238E27FC236}">
                <a16:creationId xmlns:a16="http://schemas.microsoft.com/office/drawing/2014/main" id="{99B14128-2D03-F14B-8681-9410A28F3A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3666"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8291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28A015-1ECE-8355-A781-B3A5272FDEA4}"/>
              </a:ext>
            </a:extLst>
          </p:cNvPr>
          <p:cNvSpPr>
            <a:spLocks noGrp="1"/>
          </p:cNvSpPr>
          <p:nvPr>
            <p:ph type="title"/>
          </p:nvPr>
        </p:nvSpPr>
        <p:spPr>
          <a:xfrm>
            <a:off x="565149" y="1204721"/>
            <a:ext cx="8267296" cy="1446550"/>
          </a:xfrm>
        </p:spPr>
        <p:txBody>
          <a:bodyPr>
            <a:normAutofit/>
          </a:bodyPr>
          <a:lstStyle/>
          <a:p>
            <a:r>
              <a:rPr lang="en-IN" b="1" dirty="0"/>
              <a:t>Risk Assessment Process</a:t>
            </a:r>
            <a:br>
              <a:rPr lang="en-IN" b="1" dirty="0"/>
            </a:br>
            <a:endParaRPr lang="en-IN" dirty="0"/>
          </a:p>
        </p:txBody>
      </p:sp>
      <p:sp>
        <p:nvSpPr>
          <p:cNvPr id="11" name="Rectangle 10">
            <a:extLst>
              <a:ext uri="{FF2B5EF4-FFF2-40B4-BE49-F238E27FC236}">
                <a16:creationId xmlns:a16="http://schemas.microsoft.com/office/drawing/2014/main" id="{FB1CD9BE-93F1-ED44-946B-8354D74B0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3" name="Rectangle 12">
            <a:extLst>
              <a:ext uri="{FF2B5EF4-FFF2-40B4-BE49-F238E27FC236}">
                <a16:creationId xmlns:a16="http://schemas.microsoft.com/office/drawing/2014/main" id="{882E6E09-FCB0-5F41-8BAE-C0581D54B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ross 14">
            <a:extLst>
              <a:ext uri="{FF2B5EF4-FFF2-40B4-BE49-F238E27FC236}">
                <a16:creationId xmlns:a16="http://schemas.microsoft.com/office/drawing/2014/main" id="{D269DB01-9C3C-7841-B8E8-6FDFEF70C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CBEC28B-AF4B-3560-2BBA-10BC6800DD91}"/>
              </a:ext>
            </a:extLst>
          </p:cNvPr>
          <p:cNvGraphicFramePr>
            <a:graphicFrameLocks noGrp="1"/>
          </p:cNvGraphicFramePr>
          <p:nvPr>
            <p:ph idx="1"/>
            <p:extLst>
              <p:ext uri="{D42A27DB-BD31-4B8C-83A1-F6EECF244321}">
                <p14:modId xmlns:p14="http://schemas.microsoft.com/office/powerpoint/2010/main" val="4274433184"/>
              </p:ext>
            </p:extLst>
          </p:nvPr>
        </p:nvGraphicFramePr>
        <p:xfrm>
          <a:off x="565149" y="2692400"/>
          <a:ext cx="10653184" cy="3187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6627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04AC5-89A0-E788-1354-1AD6FBD83A76}"/>
              </a:ext>
            </a:extLst>
          </p:cNvPr>
          <p:cNvSpPr>
            <a:spLocks noGrp="1"/>
          </p:cNvSpPr>
          <p:nvPr>
            <p:ph type="title"/>
          </p:nvPr>
        </p:nvSpPr>
        <p:spPr/>
        <p:txBody>
          <a:bodyPr>
            <a:normAutofit fontScale="90000"/>
          </a:bodyPr>
          <a:lstStyle/>
          <a:p>
            <a:r>
              <a:rPr lang="en-IN" sz="3200" b="1" cap="all" spc="150" dirty="0">
                <a:solidFill>
                  <a:srgbClr val="632E62"/>
                </a:solidFill>
                <a:effectLst/>
                <a:latin typeface="Century Gothic" panose="020B0502020202020204" pitchFamily="34" charset="0"/>
                <a:ea typeface="SimSun" panose="02010600030101010101" pitchFamily="2" charset="-122"/>
                <a:cs typeface="Angsana New" panose="02020603050405020304" pitchFamily="18" charset="-34"/>
              </a:rPr>
              <a:t>risk evaluation metric</a:t>
            </a:r>
            <a:br>
              <a:rPr lang="en-IN" sz="3200" b="1" cap="all" spc="150" dirty="0">
                <a:solidFill>
                  <a:srgbClr val="632E62"/>
                </a:solidFill>
                <a:effectLst/>
                <a:latin typeface="Century Gothic" panose="020B0502020202020204" pitchFamily="34" charset="0"/>
                <a:ea typeface="SimSun" panose="02010600030101010101" pitchFamily="2" charset="-122"/>
                <a:cs typeface="Angsana New" panose="02020603050405020304" pitchFamily="18" charset="-34"/>
              </a:rPr>
            </a:br>
            <a:endParaRPr lang="en-IN" sz="6000" b="1" dirty="0"/>
          </a:p>
        </p:txBody>
      </p:sp>
      <p:pic>
        <p:nvPicPr>
          <p:cNvPr id="4" name="Content Placeholder 3">
            <a:extLst>
              <a:ext uri="{FF2B5EF4-FFF2-40B4-BE49-F238E27FC236}">
                <a16:creationId xmlns:a16="http://schemas.microsoft.com/office/drawing/2014/main" id="{D8CE1C9B-D002-9EC8-14F7-07119D23F3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64745" y="2432896"/>
            <a:ext cx="8267700" cy="2904275"/>
          </a:xfrm>
          <a:prstGeom prst="rect">
            <a:avLst/>
          </a:prstGeom>
          <a:noFill/>
          <a:ln>
            <a:noFill/>
          </a:ln>
        </p:spPr>
      </p:pic>
    </p:spTree>
    <p:extLst>
      <p:ext uri="{BB962C8B-B14F-4D97-AF65-F5344CB8AC3E}">
        <p14:creationId xmlns:p14="http://schemas.microsoft.com/office/powerpoint/2010/main" val="564981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BD40E4-E3F3-8F3C-7F3E-9A813E856F55}"/>
              </a:ext>
            </a:extLst>
          </p:cNvPr>
          <p:cNvSpPr txBox="1"/>
          <p:nvPr/>
        </p:nvSpPr>
        <p:spPr>
          <a:xfrm>
            <a:off x="905069" y="569167"/>
            <a:ext cx="8780107" cy="5909310"/>
          </a:xfrm>
          <a:prstGeom prst="rect">
            <a:avLst/>
          </a:prstGeom>
          <a:noFill/>
        </p:spPr>
        <p:txBody>
          <a:bodyPr wrap="square" rtlCol="0">
            <a:spAutoFit/>
          </a:bodyPr>
          <a:lstStyle/>
          <a:p>
            <a:r>
              <a:rPr lang="en-US" b="1" dirty="0"/>
              <a:t>Risk Assessment Table</a:t>
            </a:r>
          </a:p>
          <a:p>
            <a:r>
              <a:rPr lang="en-US" b="1" dirty="0"/>
              <a:t>Structure</a:t>
            </a:r>
          </a:p>
          <a:p>
            <a:pPr>
              <a:buFont typeface="Arial" panose="020B0604020202020204" pitchFamily="34" charset="0"/>
              <a:buChar char="•"/>
            </a:pPr>
            <a:r>
              <a:rPr lang="en-US" dirty="0"/>
              <a:t>Asset, Threat, Vulnerability</a:t>
            </a:r>
          </a:p>
          <a:p>
            <a:pPr>
              <a:buFont typeface="Arial" panose="020B0604020202020204" pitchFamily="34" charset="0"/>
              <a:buChar char="•"/>
            </a:pPr>
            <a:r>
              <a:rPr lang="en-US" dirty="0"/>
              <a:t>Likelihood (1–5), Impact (1–5)</a:t>
            </a:r>
          </a:p>
          <a:p>
            <a:pPr>
              <a:buFont typeface="Arial" panose="020B0604020202020204" pitchFamily="34" charset="0"/>
              <a:buChar char="•"/>
            </a:pPr>
            <a:r>
              <a:rPr lang="en-US" dirty="0"/>
              <a:t>Risk Score = L × I</a:t>
            </a:r>
          </a:p>
          <a:p>
            <a:pPr>
              <a:buFont typeface="Arial" panose="020B0604020202020204" pitchFamily="34" charset="0"/>
              <a:buChar char="•"/>
            </a:pPr>
            <a:r>
              <a:rPr lang="en-US" dirty="0"/>
              <a:t>Risk Level: Low / Medium / High</a:t>
            </a:r>
          </a:p>
          <a:p>
            <a:endParaRPr lang="en-IN" dirty="0"/>
          </a:p>
          <a:p>
            <a:r>
              <a:rPr lang="en-IN" b="1" dirty="0"/>
              <a:t>Risk Levels</a:t>
            </a:r>
          </a:p>
          <a:p>
            <a:r>
              <a:rPr lang="en-IN" dirty="0"/>
              <a:t>🔴 </a:t>
            </a:r>
            <a:r>
              <a:rPr lang="en-IN" b="1" dirty="0"/>
              <a:t>High (13–25)</a:t>
            </a:r>
            <a:r>
              <a:rPr lang="en-IN" dirty="0"/>
              <a:t> → Immediate action</a:t>
            </a:r>
            <a:br>
              <a:rPr lang="en-IN" dirty="0"/>
            </a:br>
            <a:r>
              <a:rPr lang="en-IN" dirty="0"/>
              <a:t>🟡 </a:t>
            </a:r>
            <a:r>
              <a:rPr lang="en-IN" b="1" dirty="0"/>
              <a:t>Medium (6–12)</a:t>
            </a:r>
            <a:r>
              <a:rPr lang="en-IN" dirty="0"/>
              <a:t> → Monitor &amp; improve</a:t>
            </a:r>
            <a:br>
              <a:rPr lang="en-IN" dirty="0"/>
            </a:br>
            <a:r>
              <a:rPr lang="en-IN" dirty="0"/>
              <a:t>🟢 </a:t>
            </a:r>
            <a:r>
              <a:rPr lang="en-IN" b="1" dirty="0"/>
              <a:t>Low (1–5)</a:t>
            </a:r>
            <a:r>
              <a:rPr lang="en-IN" dirty="0"/>
              <a:t> → Acceptable</a:t>
            </a:r>
          </a:p>
          <a:p>
            <a:endParaRPr lang="en-IN" dirty="0"/>
          </a:p>
          <a:p>
            <a:r>
              <a:rPr lang="en-US" b="1" dirty="0"/>
              <a:t>Key Insights</a:t>
            </a:r>
          </a:p>
          <a:p>
            <a:pPr>
              <a:buFont typeface="Arial" panose="020B0604020202020204" pitchFamily="34" charset="0"/>
              <a:buChar char="•"/>
            </a:pPr>
            <a:r>
              <a:rPr lang="en-US" dirty="0"/>
              <a:t>High risk → Critical systems</a:t>
            </a:r>
          </a:p>
          <a:p>
            <a:pPr>
              <a:buFont typeface="Arial" panose="020B0604020202020204" pitchFamily="34" charset="0"/>
              <a:buChar char="•"/>
            </a:pPr>
            <a:r>
              <a:rPr lang="en-US" dirty="0"/>
              <a:t>Medium → Needs attention</a:t>
            </a:r>
          </a:p>
          <a:p>
            <a:pPr>
              <a:buFont typeface="Arial" panose="020B0604020202020204" pitchFamily="34" charset="0"/>
              <a:buChar char="•"/>
            </a:pPr>
            <a:r>
              <a:rPr lang="en-US" dirty="0"/>
              <a:t>Low → Low priority</a:t>
            </a:r>
          </a:p>
          <a:p>
            <a:endParaRPr lang="en-IN" dirty="0"/>
          </a:p>
          <a:p>
            <a:r>
              <a:rPr lang="en-US" b="1" dirty="0"/>
              <a:t>Importance</a:t>
            </a:r>
          </a:p>
          <a:p>
            <a:pPr>
              <a:buFont typeface="Arial" panose="020B0604020202020204" pitchFamily="34" charset="0"/>
              <a:buChar char="•"/>
            </a:pPr>
            <a:r>
              <a:rPr lang="en-US" dirty="0"/>
              <a:t>Prioritizes risks</a:t>
            </a:r>
          </a:p>
          <a:p>
            <a:pPr>
              <a:buFont typeface="Arial" panose="020B0604020202020204" pitchFamily="34" charset="0"/>
              <a:buChar char="•"/>
            </a:pPr>
            <a:r>
              <a:rPr lang="en-US" dirty="0"/>
              <a:t>Improves decision-making</a:t>
            </a:r>
          </a:p>
          <a:p>
            <a:pPr>
              <a:buFont typeface="Arial" panose="020B0604020202020204" pitchFamily="34" charset="0"/>
              <a:buChar char="•"/>
            </a:pPr>
            <a:r>
              <a:rPr lang="en-US" dirty="0"/>
              <a:t>Enhances security posture</a:t>
            </a:r>
          </a:p>
        </p:txBody>
      </p:sp>
    </p:spTree>
    <p:extLst>
      <p:ext uri="{BB962C8B-B14F-4D97-AF65-F5344CB8AC3E}">
        <p14:creationId xmlns:p14="http://schemas.microsoft.com/office/powerpoint/2010/main" val="2290420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B8D5541-7726-BA46-8BFA-BF6AA8D42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97F434CF-7503-CE4F-8426-C312C6315A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DBFB2F-FE34-E349-9484-C275FBE31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671C725B-C3AC-DD41-8D28-B407D7407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a:extLst>
              <a:ext uri="{FF2B5EF4-FFF2-40B4-BE49-F238E27FC236}">
                <a16:creationId xmlns:a16="http://schemas.microsoft.com/office/drawing/2014/main" id="{1B14018E-DF46-132F-2666-1EE5896BC5E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0344" r="1" b="1448"/>
          <a:stretch>
            <a:fillRect/>
          </a:stretch>
        </p:blipFill>
        <p:spPr bwMode="auto">
          <a:xfrm>
            <a:off x="3362325" y="645274"/>
            <a:ext cx="9029699" cy="6212726"/>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58948E94-51E1-DD44-B615-1907C1B46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C672AB2-DD8A-8849-8622-B984F142F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ross 20">
            <a:extLst>
              <a:ext uri="{FF2B5EF4-FFF2-40B4-BE49-F238E27FC236}">
                <a16:creationId xmlns:a16="http://schemas.microsoft.com/office/drawing/2014/main" id="{6CEC9E09-1346-7549-ADB5-8466A750B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C8D589C-8B97-BDBD-916D-EFD183BED172}"/>
              </a:ext>
            </a:extLst>
          </p:cNvPr>
          <p:cNvSpPr txBox="1"/>
          <p:nvPr/>
        </p:nvSpPr>
        <p:spPr>
          <a:xfrm>
            <a:off x="438150" y="2057506"/>
            <a:ext cx="2949614" cy="2062103"/>
          </a:xfrm>
          <a:prstGeom prst="rect">
            <a:avLst/>
          </a:prstGeom>
          <a:noFill/>
        </p:spPr>
        <p:txBody>
          <a:bodyPr wrap="square" rtlCol="0">
            <a:spAutoFit/>
          </a:bodyPr>
          <a:lstStyle/>
          <a:p>
            <a:r>
              <a:rPr lang="en-IN" sz="3200" b="1" cap="all" spc="150" dirty="0">
                <a:solidFill>
                  <a:srgbClr val="632E62"/>
                </a:solidFill>
                <a:effectLst/>
                <a:latin typeface="Century Gothic" panose="020B0502020202020204" pitchFamily="34" charset="0"/>
                <a:ea typeface="SimSun" panose="02010600030101010101" pitchFamily="2" charset="-122"/>
                <a:cs typeface="Angsana New" panose="02020603050405020304" pitchFamily="18" charset="-34"/>
              </a:rPr>
              <a:t>Risk Mitigation Strategies</a:t>
            </a:r>
          </a:p>
          <a:p>
            <a:endParaRPr lang="en-IN" sz="3200" b="1" dirty="0"/>
          </a:p>
        </p:txBody>
      </p:sp>
    </p:spTree>
    <p:extLst>
      <p:ext uri="{BB962C8B-B14F-4D97-AF65-F5344CB8AC3E}">
        <p14:creationId xmlns:p14="http://schemas.microsoft.com/office/powerpoint/2010/main" val="1242849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12FAA-52A0-A10C-882E-CE00077DAF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C77914B-6A52-627C-561F-655C3A6B09E9}"/>
              </a:ext>
            </a:extLst>
          </p:cNvPr>
          <p:cNvSpPr>
            <a:spLocks noGrp="1"/>
          </p:cNvSpPr>
          <p:nvPr>
            <p:ph idx="1"/>
          </p:nvPr>
        </p:nvSpPr>
        <p:spPr/>
        <p:txBody>
          <a:bodyPr>
            <a:normAutofit fontScale="62500" lnSpcReduction="20000"/>
          </a:bodyPr>
          <a:lstStyle/>
          <a:p>
            <a:pPr marL="0" indent="0">
              <a:buNone/>
            </a:pPr>
            <a:r>
              <a:rPr lang="en-US" b="1" dirty="0"/>
              <a:t>What is Validation?</a:t>
            </a:r>
          </a:p>
          <a:p>
            <a:pPr>
              <a:buFont typeface="Arial" panose="020B0604020202020204" pitchFamily="34" charset="0"/>
              <a:buChar char="•"/>
            </a:pPr>
            <a:r>
              <a:rPr lang="en-US" dirty="0"/>
              <a:t>Testing model in real-world scenarios</a:t>
            </a:r>
          </a:p>
          <a:p>
            <a:pPr>
              <a:buFont typeface="Arial" panose="020B0604020202020204" pitchFamily="34" charset="0"/>
              <a:buChar char="•"/>
            </a:pPr>
            <a:r>
              <a:rPr lang="en-US" dirty="0"/>
              <a:t>Uses hypothetical SME case studies</a:t>
            </a:r>
          </a:p>
          <a:p>
            <a:endParaRPr lang="en-IN" dirty="0"/>
          </a:p>
          <a:p>
            <a:pPr marL="0" indent="0">
              <a:buNone/>
            </a:pPr>
            <a:r>
              <a:rPr lang="en-US" b="1" dirty="0"/>
              <a:t>Why It’s Important</a:t>
            </a:r>
          </a:p>
          <a:p>
            <a:pPr>
              <a:buFont typeface="Arial" panose="020B0604020202020204" pitchFamily="34" charset="0"/>
              <a:buChar char="•"/>
            </a:pPr>
            <a:r>
              <a:rPr lang="en-US" dirty="0"/>
              <a:t>Ensures model is practical</a:t>
            </a:r>
          </a:p>
          <a:p>
            <a:pPr>
              <a:buFont typeface="Arial" panose="020B0604020202020204" pitchFamily="34" charset="0"/>
              <a:buChar char="•"/>
            </a:pPr>
            <a:r>
              <a:rPr lang="en-US" dirty="0"/>
              <a:t>Shows real-world applicability</a:t>
            </a:r>
          </a:p>
          <a:p>
            <a:pPr>
              <a:buFont typeface="Arial" panose="020B0604020202020204" pitchFamily="34" charset="0"/>
              <a:buChar char="•"/>
            </a:pPr>
            <a:r>
              <a:rPr lang="en-US" dirty="0"/>
              <a:t>Identifies gaps/limitations</a:t>
            </a:r>
          </a:p>
          <a:p>
            <a:pPr>
              <a:buFont typeface="Arial" panose="020B0604020202020204" pitchFamily="34" charset="0"/>
              <a:buChar char="•"/>
            </a:pPr>
            <a:r>
              <a:rPr lang="en-US" dirty="0"/>
              <a:t>Highlights industry differences</a:t>
            </a:r>
          </a:p>
          <a:p>
            <a:pPr>
              <a:buFont typeface="Arial" panose="020B0604020202020204" pitchFamily="34" charset="0"/>
              <a:buChar char="•"/>
            </a:pPr>
            <a:r>
              <a:rPr lang="en-US" dirty="0"/>
              <a:t>Improves credibility</a:t>
            </a:r>
          </a:p>
          <a:p>
            <a:endParaRPr lang="en-IN" dirty="0"/>
          </a:p>
          <a:p>
            <a:endParaRPr lang="en-IN" dirty="0"/>
          </a:p>
        </p:txBody>
      </p:sp>
    </p:spTree>
    <p:extLst>
      <p:ext uri="{BB962C8B-B14F-4D97-AF65-F5344CB8AC3E}">
        <p14:creationId xmlns:p14="http://schemas.microsoft.com/office/powerpoint/2010/main" val="2846092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Cross 4104">
            <a:extLst>
              <a:ext uri="{FF2B5EF4-FFF2-40B4-BE49-F238E27FC236}">
                <a16:creationId xmlns:a16="http://schemas.microsoft.com/office/drawing/2014/main" id="{BE50E7BE-734F-224D-B03E-074DE1D12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7667"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DCA5172B-100A-154D-8648-280629D6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85215A-A86C-DF63-D166-DC4810CA4719}"/>
              </a:ext>
            </a:extLst>
          </p:cNvPr>
          <p:cNvSpPr>
            <a:spLocks noGrp="1"/>
          </p:cNvSpPr>
          <p:nvPr>
            <p:ph type="title"/>
          </p:nvPr>
        </p:nvSpPr>
        <p:spPr>
          <a:xfrm>
            <a:off x="565148" y="689539"/>
            <a:ext cx="4114799" cy="1446550"/>
          </a:xfrm>
        </p:spPr>
        <p:txBody>
          <a:bodyPr>
            <a:normAutofit/>
          </a:bodyPr>
          <a:lstStyle/>
          <a:p>
            <a:pPr>
              <a:lnSpc>
                <a:spcPct val="90000"/>
              </a:lnSpc>
            </a:pPr>
            <a:r>
              <a:rPr lang="en-IN" sz="2100" b="1" cap="all" spc="150" dirty="0">
                <a:effectLst/>
                <a:latin typeface="Century Gothic" panose="020B0502020202020204" pitchFamily="34" charset="0"/>
                <a:ea typeface="SimSun" panose="02010600030101010101" pitchFamily="2" charset="-122"/>
                <a:cs typeface="Angsana New" panose="02020603050405020304" pitchFamily="18" charset="-34"/>
              </a:rPr>
              <a:t>Document Findings for Best Practices for SME Cybersecurity</a:t>
            </a:r>
            <a:br>
              <a:rPr lang="en-IN" sz="2100" b="1" cap="all" spc="150" dirty="0">
                <a:effectLst/>
                <a:latin typeface="Century Gothic" panose="020B0502020202020204" pitchFamily="34" charset="0"/>
                <a:ea typeface="SimSun" panose="02010600030101010101" pitchFamily="2" charset="-122"/>
                <a:cs typeface="Angsana New" panose="02020603050405020304" pitchFamily="18" charset="-34"/>
              </a:rPr>
            </a:br>
            <a:endParaRPr lang="en-IN" sz="2100" b="1" dirty="0"/>
          </a:p>
        </p:txBody>
      </p:sp>
      <p:sp>
        <p:nvSpPr>
          <p:cNvPr id="3" name="Content Placeholder 2">
            <a:extLst>
              <a:ext uri="{FF2B5EF4-FFF2-40B4-BE49-F238E27FC236}">
                <a16:creationId xmlns:a16="http://schemas.microsoft.com/office/drawing/2014/main" id="{A3AF2990-FF18-EB87-7D6C-E4F9D6904418}"/>
              </a:ext>
            </a:extLst>
          </p:cNvPr>
          <p:cNvSpPr>
            <a:spLocks noGrp="1"/>
          </p:cNvSpPr>
          <p:nvPr>
            <p:ph idx="1"/>
          </p:nvPr>
        </p:nvSpPr>
        <p:spPr>
          <a:xfrm>
            <a:off x="561128" y="2031672"/>
            <a:ext cx="4114799" cy="4286250"/>
          </a:xfrm>
        </p:spPr>
        <p:txBody>
          <a:bodyPr>
            <a:normAutofit lnSpcReduction="10000"/>
          </a:bodyPr>
          <a:lstStyle/>
          <a:p>
            <a:pPr>
              <a:lnSpc>
                <a:spcPct val="90000"/>
              </a:lnSpc>
            </a:pPr>
            <a:r>
              <a:rPr lang="en-US" sz="1400" b="1" dirty="0"/>
              <a:t>Findings</a:t>
            </a:r>
          </a:p>
          <a:p>
            <a:pPr>
              <a:lnSpc>
                <a:spcPct val="90000"/>
              </a:lnSpc>
              <a:buFont typeface="Arial" panose="020B0604020202020204" pitchFamily="34" charset="0"/>
              <a:buChar char="•"/>
            </a:pPr>
            <a:r>
              <a:rPr lang="en-US" sz="1400" dirty="0"/>
              <a:t>SMEs highly vulnerable to cyber threats</a:t>
            </a:r>
          </a:p>
          <a:p>
            <a:pPr>
              <a:lnSpc>
                <a:spcPct val="90000"/>
              </a:lnSpc>
              <a:buFont typeface="Arial" panose="020B0604020202020204" pitchFamily="34" charset="0"/>
              <a:buChar char="•"/>
            </a:pPr>
            <a:r>
              <a:rPr lang="en-US" sz="1400" dirty="0"/>
              <a:t>Common risks: Phishing, ransomware, malware</a:t>
            </a:r>
          </a:p>
          <a:p>
            <a:pPr>
              <a:lnSpc>
                <a:spcPct val="90000"/>
              </a:lnSpc>
              <a:buFont typeface="Arial" panose="020B0604020202020204" pitchFamily="34" charset="0"/>
              <a:buChar char="•"/>
            </a:pPr>
            <a:r>
              <a:rPr lang="en-US" sz="1400" dirty="0"/>
              <a:t>Model classifies risks: Low / Medium / High</a:t>
            </a:r>
          </a:p>
          <a:p>
            <a:pPr>
              <a:lnSpc>
                <a:spcPct val="90000"/>
              </a:lnSpc>
            </a:pPr>
            <a:r>
              <a:rPr lang="en-US" sz="1400" b="1" dirty="0"/>
              <a:t>Key Observations</a:t>
            </a:r>
          </a:p>
          <a:p>
            <a:pPr marL="0" indent="0">
              <a:lnSpc>
                <a:spcPct val="90000"/>
              </a:lnSpc>
              <a:buNone/>
            </a:pPr>
            <a:endParaRPr lang="en-US" sz="1400" b="1" dirty="0"/>
          </a:p>
          <a:p>
            <a:pPr>
              <a:lnSpc>
                <a:spcPct val="90000"/>
              </a:lnSpc>
              <a:buFont typeface="Arial" panose="020B0604020202020204" pitchFamily="34" charset="0"/>
              <a:buChar char="•"/>
            </a:pPr>
            <a:r>
              <a:rPr lang="en-US" sz="1400" dirty="0"/>
              <a:t>High risk: Weak passwords, no MFA, outdated systems</a:t>
            </a:r>
          </a:p>
          <a:p>
            <a:pPr>
              <a:lnSpc>
                <a:spcPct val="90000"/>
              </a:lnSpc>
              <a:buFont typeface="Arial" panose="020B0604020202020204" pitchFamily="34" charset="0"/>
              <a:buChar char="•"/>
            </a:pPr>
            <a:r>
              <a:rPr lang="en-US" sz="1400" dirty="0"/>
              <a:t>Medium: Misconfigurations, poor monitoring</a:t>
            </a:r>
          </a:p>
          <a:p>
            <a:pPr>
              <a:lnSpc>
                <a:spcPct val="90000"/>
              </a:lnSpc>
              <a:buFont typeface="Arial" panose="020B0604020202020204" pitchFamily="34" charset="0"/>
              <a:buChar char="•"/>
            </a:pPr>
            <a:r>
              <a:rPr lang="en-US" sz="1400" dirty="0"/>
              <a:t>Low: Non-critical systems</a:t>
            </a:r>
          </a:p>
          <a:p>
            <a:pPr marL="0" indent="0">
              <a:lnSpc>
                <a:spcPct val="90000"/>
              </a:lnSpc>
              <a:buNone/>
            </a:pPr>
            <a:endParaRPr lang="en-US" sz="1400" dirty="0"/>
          </a:p>
          <a:p>
            <a:pPr>
              <a:lnSpc>
                <a:spcPct val="90000"/>
              </a:lnSpc>
            </a:pPr>
            <a:r>
              <a:rPr lang="en-US" sz="1400" b="1" dirty="0"/>
              <a:t>Conclusion from Findings</a:t>
            </a:r>
          </a:p>
          <a:p>
            <a:pPr>
              <a:lnSpc>
                <a:spcPct val="90000"/>
              </a:lnSpc>
              <a:buFont typeface="Arial" panose="020B0604020202020204" pitchFamily="34" charset="0"/>
              <a:buChar char="•"/>
            </a:pPr>
            <a:r>
              <a:rPr lang="en-US" sz="1400" dirty="0"/>
              <a:t>Model identifies &amp; prioritizes risks</a:t>
            </a:r>
          </a:p>
          <a:p>
            <a:pPr>
              <a:lnSpc>
                <a:spcPct val="90000"/>
              </a:lnSpc>
              <a:buFont typeface="Arial" panose="020B0604020202020204" pitchFamily="34" charset="0"/>
              <a:buChar char="•"/>
            </a:pPr>
            <a:r>
              <a:rPr lang="en-US" sz="1400" dirty="0"/>
              <a:t>Improves SME cybersecurity posture</a:t>
            </a:r>
          </a:p>
          <a:p>
            <a:pPr>
              <a:lnSpc>
                <a:spcPct val="90000"/>
              </a:lnSpc>
            </a:pPr>
            <a:endParaRPr lang="en-IN" sz="1400" dirty="0"/>
          </a:p>
        </p:txBody>
      </p:sp>
      <p:pic>
        <p:nvPicPr>
          <p:cNvPr id="4098" name="Picture 2">
            <a:extLst>
              <a:ext uri="{FF2B5EF4-FFF2-40B4-BE49-F238E27FC236}">
                <a16:creationId xmlns:a16="http://schemas.microsoft.com/office/drawing/2014/main" id="{CB013331-D1F2-7536-0415-C1768500EA4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84848" y="566522"/>
            <a:ext cx="7342002" cy="6277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850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A202D-8C92-7EEA-DC78-716F596B0E79}"/>
              </a:ext>
            </a:extLst>
          </p:cNvPr>
          <p:cNvSpPr>
            <a:spLocks noGrp="1"/>
          </p:cNvSpPr>
          <p:nvPr>
            <p:ph type="title"/>
          </p:nvPr>
        </p:nvSpPr>
        <p:spPr/>
        <p:txBody>
          <a:bodyPr>
            <a:normAutofit fontScale="90000"/>
          </a:bodyPr>
          <a:lstStyle/>
          <a:p>
            <a:r>
              <a:rPr lang="en-IN" sz="3200" b="1" cap="all" spc="150" dirty="0">
                <a:solidFill>
                  <a:srgbClr val="632E62"/>
                </a:solidFill>
                <a:effectLst/>
                <a:latin typeface="Century Gothic" panose="020B0502020202020204" pitchFamily="34" charset="0"/>
                <a:ea typeface="SimSun" panose="02010600030101010101" pitchFamily="2" charset="-122"/>
                <a:cs typeface="Angsana New" panose="02020603050405020304" pitchFamily="18" charset="-34"/>
              </a:rPr>
              <a:t>reference </a:t>
            </a:r>
            <a:br>
              <a:rPr lang="en-IN" sz="3200" b="1" cap="all" spc="150" dirty="0">
                <a:solidFill>
                  <a:srgbClr val="632E62"/>
                </a:solidFill>
                <a:effectLst/>
                <a:latin typeface="Century Gothic" panose="020B0502020202020204" pitchFamily="34" charset="0"/>
                <a:ea typeface="SimSun" panose="02010600030101010101" pitchFamily="2" charset="-122"/>
                <a:cs typeface="Angsana New" panose="02020603050405020304" pitchFamily="18" charset="-34"/>
              </a:rPr>
            </a:br>
            <a:endParaRPr lang="en-IN" sz="6000" b="1" dirty="0"/>
          </a:p>
        </p:txBody>
      </p:sp>
      <p:sp>
        <p:nvSpPr>
          <p:cNvPr id="3" name="Content Placeholder 2">
            <a:extLst>
              <a:ext uri="{FF2B5EF4-FFF2-40B4-BE49-F238E27FC236}">
                <a16:creationId xmlns:a16="http://schemas.microsoft.com/office/drawing/2014/main" id="{B5766E82-2ABF-5655-AC19-FFFC06A828DB}"/>
              </a:ext>
            </a:extLst>
          </p:cNvPr>
          <p:cNvSpPr>
            <a:spLocks noGrp="1"/>
          </p:cNvSpPr>
          <p:nvPr>
            <p:ph idx="1"/>
          </p:nvPr>
        </p:nvSpPr>
        <p:spPr/>
        <p:txBody>
          <a:bodyPr/>
          <a:lstStyle/>
          <a:p>
            <a:pPr marL="342900" lvl="0" indent="-342900">
              <a:lnSpc>
                <a:spcPct val="125000"/>
              </a:lnSpc>
              <a:buFont typeface="Wingdings" panose="05000000000000000000" pitchFamily="2" charset="2"/>
              <a:buChar char=""/>
            </a:pPr>
            <a:r>
              <a:rPr lang="en-IN" sz="1800" u="sng" dirty="0">
                <a:solidFill>
                  <a:srgbClr val="0066FF"/>
                </a:solidFill>
                <a:effectLst/>
                <a:latin typeface="Century Gothic" panose="020B0502020202020204" pitchFamily="34" charset="0"/>
                <a:ea typeface="SimSun" panose="02010600030101010101" pitchFamily="2" charset="-122"/>
                <a:cs typeface="Cordia New" panose="020B0304020202020204" pitchFamily="34" charset="-34"/>
                <a:hlinkClick r:id="rId2"/>
              </a:rPr>
              <a:t>https://www.researchgate.net/publication/390626662_Ransomware_Attacks_on_Critical_Infrastructure_Effects_and_Prevention_Strategies</a:t>
            </a:r>
            <a:endParaRPr lang="en-IN" sz="1800" dirty="0">
              <a:effectLst/>
              <a:latin typeface="Century Gothic" panose="020B0502020202020204" pitchFamily="34" charset="0"/>
              <a:ea typeface="SimSun" panose="02010600030101010101" pitchFamily="2" charset="-122"/>
              <a:cs typeface="Cordia New" panose="020B0304020202020204" pitchFamily="34" charset="-34"/>
            </a:endParaRPr>
          </a:p>
          <a:p>
            <a:pPr marL="342900" lvl="0" indent="-342900">
              <a:lnSpc>
                <a:spcPct val="125000"/>
              </a:lnSpc>
              <a:buFont typeface="Wingdings" panose="05000000000000000000" pitchFamily="2" charset="2"/>
              <a:buChar char=""/>
            </a:pPr>
            <a:r>
              <a:rPr lang="en-IN" sz="1800" u="sng" dirty="0">
                <a:solidFill>
                  <a:srgbClr val="0066FF"/>
                </a:solidFill>
                <a:effectLst/>
                <a:latin typeface="Century Gothic" panose="020B0502020202020204" pitchFamily="34" charset="0"/>
                <a:ea typeface="SimSun" panose="02010600030101010101" pitchFamily="2" charset="-122"/>
                <a:cs typeface="Cordia New" panose="020B0304020202020204" pitchFamily="34" charset="-34"/>
                <a:hlinkClick r:id="rId3"/>
              </a:rPr>
              <a:t>https://majmuah.com/journal/index.php/bij/article/view/458/224</a:t>
            </a:r>
            <a:endParaRPr lang="en-IN" sz="1800" dirty="0">
              <a:effectLst/>
              <a:latin typeface="Century Gothic" panose="020B0502020202020204" pitchFamily="34" charset="0"/>
              <a:ea typeface="SimSun" panose="02010600030101010101" pitchFamily="2" charset="-122"/>
              <a:cs typeface="Cordia New" panose="020B0304020202020204" pitchFamily="34" charset="-34"/>
            </a:endParaRPr>
          </a:p>
          <a:p>
            <a:pPr marL="342900" lvl="0" indent="-342900">
              <a:lnSpc>
                <a:spcPct val="125000"/>
              </a:lnSpc>
              <a:spcAft>
                <a:spcPts val="800"/>
              </a:spcAft>
              <a:buFont typeface="Wingdings" panose="05000000000000000000" pitchFamily="2" charset="2"/>
              <a:buChar char=""/>
            </a:pPr>
            <a:r>
              <a:rPr lang="en-IN" sz="1800" u="sng" dirty="0">
                <a:solidFill>
                  <a:srgbClr val="0066FF"/>
                </a:solidFill>
                <a:effectLst/>
                <a:latin typeface="Century Gothic" panose="020B0502020202020204" pitchFamily="34" charset="0"/>
                <a:ea typeface="SimSun" panose="02010600030101010101" pitchFamily="2" charset="-122"/>
                <a:cs typeface="Cordia New" panose="020B0304020202020204" pitchFamily="34" charset="-34"/>
                <a:hlinkClick r:id="rId4"/>
              </a:rPr>
              <a:t>https://www.ijert.org/research/ransomware-threats-IJERTCONV8IS15015.pdf</a:t>
            </a:r>
            <a:endParaRPr lang="en-IN" sz="1800" dirty="0">
              <a:effectLst/>
              <a:latin typeface="Century Gothic" panose="020B0502020202020204" pitchFamily="34" charset="0"/>
              <a:ea typeface="SimSun" panose="02010600030101010101" pitchFamily="2" charset="-122"/>
              <a:cs typeface="Cordia New" panose="020B0304020202020204" pitchFamily="34" charset="-34"/>
            </a:endParaRPr>
          </a:p>
          <a:p>
            <a:pPr marL="0" indent="0">
              <a:buNone/>
            </a:pPr>
            <a:endParaRPr lang="en-IN" dirty="0"/>
          </a:p>
        </p:txBody>
      </p:sp>
    </p:spTree>
    <p:extLst>
      <p:ext uri="{BB962C8B-B14F-4D97-AF65-F5344CB8AC3E}">
        <p14:creationId xmlns:p14="http://schemas.microsoft.com/office/powerpoint/2010/main" val="1317038211"/>
      </p:ext>
    </p:extLst>
  </p:cSld>
  <p:clrMapOvr>
    <a:masterClrMapping/>
  </p:clrMapOvr>
</p:sld>
</file>

<file path=ppt/theme/theme1.xml><?xml version="1.0" encoding="utf-8"?>
<a:theme xmlns:a="http://schemas.openxmlformats.org/drawingml/2006/main" name="MadridVTI">
  <a:themeElements>
    <a:clrScheme name="Madrid R3">
      <a:dk1>
        <a:srgbClr val="000000"/>
      </a:dk1>
      <a:lt1>
        <a:srgbClr val="FFFFFF"/>
      </a:lt1>
      <a:dk2>
        <a:srgbClr val="3A3C45"/>
      </a:dk2>
      <a:lt2>
        <a:srgbClr val="E9EFF1"/>
      </a:lt2>
      <a:accent1>
        <a:srgbClr val="E24400"/>
      </a:accent1>
      <a:accent2>
        <a:srgbClr val="F38E00"/>
      </a:accent2>
      <a:accent3>
        <a:srgbClr val="89B336"/>
      </a:accent3>
      <a:accent4>
        <a:srgbClr val="30B9B9"/>
      </a:accent4>
      <a:accent5>
        <a:srgbClr val="748CF4"/>
      </a:accent5>
      <a:accent6>
        <a:srgbClr val="A673F4"/>
      </a:accent6>
      <a:hlink>
        <a:srgbClr val="008EE6"/>
      </a:hlink>
      <a:folHlink>
        <a:srgbClr val="C1A187"/>
      </a:folHlink>
    </a:clrScheme>
    <a:fontScheme name="Madrid">
      <a:majorFont>
        <a:latin typeface="Seaford Display"/>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dridVTI" id="{5F675924-ADDD-6B4C-A2D4-69150D1F0C16}" vid="{BEA84270-19BD-7342-8ABF-EFF1668AF117}"/>
    </a:ext>
  </a:extLst>
</a:theme>
</file>

<file path=docProps/app.xml><?xml version="1.0" encoding="utf-8"?>
<Properties xmlns="http://schemas.openxmlformats.org/officeDocument/2006/extended-properties" xmlns:vt="http://schemas.openxmlformats.org/officeDocument/2006/docPropsVTypes">
  <TotalTime>40</TotalTime>
  <Words>555</Words>
  <Application>Microsoft Office PowerPoint</Application>
  <PresentationFormat>Widescreen</PresentationFormat>
  <Paragraphs>79</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Century Gothic</vt:lpstr>
      <vt:lpstr>Seaford Display</vt:lpstr>
      <vt:lpstr>System Font Regular</vt:lpstr>
      <vt:lpstr>Tenorite</vt:lpstr>
      <vt:lpstr>Wingdings</vt:lpstr>
      <vt:lpstr>MadridVTI</vt:lpstr>
      <vt:lpstr>Problem Statement: Cybersecurity Risk Assessment Framework for Small Businesses   </vt:lpstr>
      <vt:lpstr>Introduction</vt:lpstr>
      <vt:lpstr>Research on some common cybersecurity risks </vt:lpstr>
      <vt:lpstr>Risk Assessment Process </vt:lpstr>
      <vt:lpstr>risk evaluation metric </vt:lpstr>
      <vt:lpstr>PowerPoint Presentation</vt:lpstr>
      <vt:lpstr>PowerPoint Presentation</vt:lpstr>
      <vt:lpstr>PowerPoint Presentation</vt:lpstr>
      <vt:lpstr>Document Findings for Best Practices for SME Cybersecurity </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Cybersecurity Risk Assessment Framework for Small Businesses   </dc:title>
  <dc:creator>Udayraaj Lonkar</dc:creator>
  <cp:lastModifiedBy>Udayraaj Lonkar</cp:lastModifiedBy>
  <cp:revision>2</cp:revision>
  <dcterms:created xsi:type="dcterms:W3CDTF">2026-03-20T10:08:09Z</dcterms:created>
  <dcterms:modified xsi:type="dcterms:W3CDTF">2026-03-20T10:56:04Z</dcterms:modified>
</cp:coreProperties>
</file>